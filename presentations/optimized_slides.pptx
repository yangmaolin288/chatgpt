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57"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6" r:id="rId32"/>
    <p:sldId id="287" r:id="rId33"/>
    <p:sldId id="288" r:id="rId34"/>
    <p:sldId id="297" r:id="rId35"/>
  </p:sldIdLst>
  <p:sldSz cx="12192000" cy="6858000"/>
  <p:notesSz cx="6858000" cy="9144000"/>
  <p:custDataLst>
    <p:tags r:id="rId39"/>
  </p:custData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918"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7F5F1"/>
    <a:srgbClr val="931829"/>
    <a:srgbClr val="F8E1E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9" Type="http://schemas.openxmlformats.org/officeDocument/2006/relationships/tags" Target="tags/tag116.xml"/><Relationship Id="rId38" Type="http://schemas.openxmlformats.org/officeDocument/2006/relationships/tableStyles" Target="tableStyles.xml"/><Relationship Id="rId37" Type="http://schemas.openxmlformats.org/officeDocument/2006/relationships/viewProps" Target="viewProps.xml"/><Relationship Id="rId36" Type="http://schemas.openxmlformats.org/officeDocument/2006/relationships/presProps" Target="presProps.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以边疆危机、边政知识和民族政策为主线，讨论近代中国民族关系的历史变化。建议分享约40分钟，讨论5至10分钟。材料为翁独健主编《中国民族关系史纲要》上传节选，书内印刷页约840至875。</a:t>
            </a:r>
          </a:p>
          <a:p/>
          <a:p>
            <a:r>
              <a:t>出处：书内约840—875页。原书影印页均来自用户上传材料。</a:t>
            </a:r>
          </a:p>
          <a:p>
            <a:br/>
            <a:r>
              <a:t>图片：蒙藏学校旧址（当代实景）。来源：中央民族大学新闻网。https://news.muc.edu.cn/info/1011/26744.htm</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开场可请同学先思考：边疆安全与民族关系是否属于同一个问题？随后说明本次把二者联系起来，但不把所有地方冲突都解释为民族冲突。核心问题是本次研读的分析视角，不是原书的直接引文。</a:t>
            </a:r>
          </a:p>
          <a:p/>
          <a:p>
            <a:r>
              <a:t>出处：全文综合。原书影印页均来自用户上传材料。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前半部分侧重区域比较，后半部分侧重政策实践。每一部分都追问：谁采取行动、借助什么组织、对地方社会产生什么影响。</a:t>
            </a:r>
          </a:p>
          <a:p/>
          <a:p>
            <a:r>
              <a:t>出处：根据原书内容组织。原书影印页均来自用户上传材料。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时间线只提供阅读坐标，不表示历史必然按线性阶段发展。1920年代的政策探索、地方政治变化及1930年代的边政研究与这些节点相互交叠。1949以后还包括1954、1982年宪法及1984年民族区域自治法等原书所述制度节点。</a:t>
            </a:r>
          </a:p>
          <a:p/>
          <a:p>
            <a:r>
              <a:t>出处：书内840—875页。原书影印页均来自用户上传材料。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将区域差异作为第一部分的重点。东北的殖民控制、内蒙古的政治操纵、新疆的地方权力以及西南边界压力，并不能简单归结为同一种过程。</a:t>
            </a:r>
          </a:p>
          <a:p/>
          <a:p>
            <a:r>
              <a:t>出处：书内840—854页。原书影印页均来自用户上传材料。</a:t>
            </a:r>
          </a:p>
          <a:p>
            <a:br/>
            <a:r>
              <a:t>图片：沈阳“九·一八”历史博物馆残历碑（当代实景）。来源：新华社，潘昱龙摄。https://www.news.cn/politics/20260918/b8feefb4f2f04ebea3d8ed8177ff5320/c.html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原书对辛亥革命持辩证评价：承认其推动共和的意义，同时强调其未能解决反帝和民族平等问题。讲述时应把政策目标与实际统治能力区分开。这一差异构成后续各地区案例的共同背景。</a:t>
            </a:r>
          </a:p>
          <a:p/>
          <a:p>
            <a:r>
              <a:t>出处：书内840—841页。原书影印页均来自用户上传材料。</a:t>
            </a:r>
          </a:p>
          <a:p>
            <a:br/>
            <a:r>
              <a:t>本次新增正文据所附原书第840—841页概述；讨论性判断为研读归纳。</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原书追溯日俄战争后日本在东北的扩张，再讨论九一八事变和伪满洲国。重点不是单纯记忆年份，而是理解经济、行政与文化政策相互支撑。不能将伪政权的政治宣传当作当地各族民众的真实共同意愿。</a:t>
            </a:r>
          </a:p>
          <a:p/>
          <a:p>
            <a:r>
              <a:t>出处：书内841—843页。原书影印页均来自用户上传材料。</a:t>
            </a:r>
          </a:p>
          <a:p>
            <a:br/>
            <a:r>
              <a:t>图片：九一八事变柳条湖现场（资料照片）。来源：新华社。https://www.news.cn/politics/20260918/b8feefb4f2f04ebea3d8ed8177ff5320/c.html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影印页来自用户上传PDF第4页。请学生观察作者如何通过政权性质、经济掠夺和文化政策判断政治宣传。可追问：如果开展独立研究，需要何种学校档案、财政资料或地方社会记录？引号内为原书涉及的历史宣传用语，不代表本次分享的认同。</a:t>
            </a:r>
          </a:p>
          <a:p/>
          <a:p>
            <a:r>
              <a:t>出处：书内843页。原书影印页均来自用户上传材料。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原书讨论蒙古自治活动的复杂背景，也强调日本通过扶植傀儡政权操纵内蒙古政治。这里要区分地方民众对权益的诉求与外部侵略势力对这些诉求的利用。不能仅凭相同名词认定不同政治实践的性质相同。</a:t>
            </a:r>
          </a:p>
          <a:p/>
          <a:p>
            <a:r>
              <a:t>出处：书内844—846页。原书影印页均来自用户上传材料。</a:t>
            </a:r>
          </a:p>
          <a:p>
            <a:br/>
            <a:r>
              <a:t>本次新增正文据所附原书第844—846页概述；讨论性判断为研读归纳。</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原书分别叙述杨增新与金树仁的统治。分享时不宜把地方政权视为完全统一的行动者，也不宜把新疆动荡归因于单一民族因素。可以从税收、土地、行政改革、地方精英关系和外部介入等方面组织解释。</a:t>
            </a:r>
          </a:p>
          <a:p/>
          <a:p>
            <a:r>
              <a:t>出处：书内847—849页。原书影印页均来自用户上传材料。</a:t>
            </a:r>
          </a:p>
          <a:p>
            <a:br/>
            <a:r>
              <a:t>本次新增正文据所附原书第847—849页概述；讨论性判断为研读归纳。</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原书对这一阶段的政策调整有具体描述。此处保留“这一时期”的限定，不把某一阶段措施概括为整个统治时期的持续特征。博士课堂可讨论：政策宣示、组织安排与社会效果为何需要不同材料来验证。</a:t>
            </a:r>
          </a:p>
          <a:p/>
          <a:p>
            <a:r>
              <a:t>出处：书内850—851页。原书影印页均来自用户上传材料。</a:t>
            </a:r>
          </a:p>
          <a:p>
            <a:br/>
            <a:r>
              <a:t>本次新增正文据所附原书第850—851页概述；讨论性判断为研读归纳。</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保留原书对“大西藏国”谋划的历史表述。1939年西康省正式成立是相关叙述的重要节点。不要将当时行政范围直接等同于今天的省区边界。本页重在说明边界压力与行政建置之间的联系。</a:t>
            </a:r>
          </a:p>
          <a:p/>
          <a:p>
            <a:r>
              <a:t>出处：书内851—853页。原书影印页均来自用户上传材料。</a:t>
            </a:r>
          </a:p>
          <a:p>
            <a:br/>
            <a:r>
              <a:t>本次新增正文据所附原书第851—853页概述；讨论性判断为研读归纳。</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影印页来自上传PDF第15页。原书把英法对云南边疆的侵略同当地民众的抵抗联系起来。可引导同学讨论：国家层面的反侵略叙述如何与村寨的资源权益、社会组织和行动动机相互印证？本页的分析语言是研读概括。</a:t>
            </a:r>
          </a:p>
          <a:p/>
          <a:p>
            <a:r>
              <a:t>出处：书内854页。原书影印页均来自用户上传材料。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这张表是分析性比较，不表示各区域只有表中一种问题。区域比较的意义在于识别作用方式，而不是将不同历史经验压缩为单一结论。接下来转向知识与机构：政府和学界如何识别并应对这些问题？</a:t>
            </a:r>
          </a:p>
          <a:p/>
          <a:p>
            <a:r>
              <a:t>出处：书内841—854页，比较框架为研读归纳。原书影印页均来自用户上传材料。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这一部分讨论治理与知识生产的关系。边疆危机使调查、教育、学术团体和行政机构相互联系。</a:t>
            </a:r>
          </a:p>
          <a:p/>
          <a:p>
            <a:r>
              <a:t>出处：书内855—861页。原书影印页均来自用户上传材料。</a:t>
            </a:r>
          </a:p>
          <a:p>
            <a:br/>
            <a:r>
              <a:t>图片：蒙藏学校旧址（当代实景）。来源：贵州省政协文史漫步。https://www.gzszx.gov.cn/wstd/wsmb/35976.shtml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里采用原书关于1927年机构设置的叙述，不另引未经核对的法令日期。作者指出交通、教育等事务分属不同部门，因此必须区分名义职能、实际管辖与执行资源。博士课堂可以把机构史与治理能力研究联系起来。</a:t>
            </a:r>
          </a:p>
          <a:p/>
          <a:p>
            <a:r>
              <a:t>出处：书内855—856页。原书影印页均来自用户上传材料。</a:t>
            </a:r>
          </a:p>
          <a:p>
            <a:br/>
            <a:r>
              <a:t>本次新增正文据所附原书第855—856页概述；讨论性判断为研读归纳。</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原书同时提到外来侵略势力的调查和中国政府、学界的调查。相似的研究技术可能服务于不同政治目标。研究对象如何被分类、数据如何进入政策，是值得进一步追问的问题。858页仅使用扫描清晰的顶部内容。</a:t>
            </a:r>
          </a:p>
          <a:p/>
          <a:p>
            <a:r>
              <a:t>出处：书内856—858页可辨识部分。原书影印页均来自用户上传材料。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影印页来自上传PDF第21页。引文截取原书中的可辨识句子。讲述时区分作者的叙述与其所引述的历史学者观点。可联系原书对语言、政治、经济、社会等研究范围扩展的描述，说明边政知识的内容变化。</a:t>
            </a:r>
          </a:p>
          <a:p/>
          <a:p>
            <a:r>
              <a:t>出处：书内860页。原书影印页均来自用户上传材料。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原书批评将不同民族简单归为宗族、否认民族差异的观点，同时肯定边政研究的积极作用。避免把学术史讲成单纯进步史或单纯政治工具史。可以进一步追问：地方居民是资料提供者，还是参与解释自身社会的主体？</a:t>
            </a:r>
          </a:p>
          <a:p/>
          <a:p>
            <a:r>
              <a:t>出处：书内859—861页；结论为研读归纳。原书影印页均来自用户上传材料。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第三部分先讨论革命时期政策探索和动员实践，再讨论新中国成立后的法律与制度安排。注意政策表达在不同时期有调整，不能把最终制度倒推为早期已经确定的方案。</a:t>
            </a:r>
          </a:p>
          <a:p/>
          <a:p>
            <a:r>
              <a:t>出处：书内862—875页。原书影印页均来自用户上传材料。</a:t>
            </a:r>
          </a:p>
          <a:p>
            <a:br/>
            <a:r>
              <a:t>图片：内蒙古自治政府成立大会会址（当代实景）。来源：中央统战部网站。https://www.zytzb.gov.cn/zytzb/2024-07/01/article_2024070110450960096.shtml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原书记述中共二大时的主张，并随后讨论后续实践。此处不将不同时期的联邦、自决、自治概念混为一谈。博士层面的关键是研究政策形成过程和调整条件，而不是只做概念摘录。</a:t>
            </a:r>
          </a:p>
          <a:p/>
          <a:p>
            <a:r>
              <a:t>出处：书内862—865页。原书影印页均来自用户上传材料。</a:t>
            </a:r>
          </a:p>
          <a:p>
            <a:br/>
            <a:r>
              <a:t>本次新增正文据所附原书第862—865页概述；讨论性判断为研读归纳。</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原书记述蒙古族青年及有关学校培养工作的情况，并提到1940年中共中央决定在延安设立培养少数民族干部的学校。后两点为基于史事的机制分析，应明确它们需要更多个体经历与组织档案支持。</a:t>
            </a:r>
          </a:p>
          <a:p/>
          <a:p>
            <a:r>
              <a:t>出处：书内864—865、870页。原书影印页均来自用户上传材料。</a:t>
            </a:r>
          </a:p>
          <a:p>
            <a:br/>
            <a:r>
              <a:t>图片：1923年，蒙藏学校内蒙古进步青年合影。来源：中央统战部网站。https://www.zytzb.gov.cn/zytzb/2024-07/01/article_2024070110450960096.shtml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影印页来自上传PDF第27页。原书既肯定长征民族工作的经验，也说明工作积累于实践之中。讲述时可把纪律、物资往来、宗教习惯和当地群众的回应作为观察维度。不要把原则性规定自动等同于每个地点都完全实现。</a:t>
            </a:r>
          </a:p>
          <a:p/>
          <a:p>
            <a:r>
              <a:t>出处：书内865—866页。原书影印页均来自用户上传材料。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原书列举东北、华北、内蒙古、海南和西南等地的抗战参与。可使用滇缅公路修筑作为口头例子，但不在本页加入未核验的伤亡或参与人数。结论是对历史叙述的机制性概括，不能由此推定所有地方矛盾已经消失。</a:t>
            </a:r>
          </a:p>
          <a:p/>
          <a:p>
            <a:r>
              <a:t>出处：书内867—870页。原书影印页均来自用户上传材料。</a:t>
            </a:r>
          </a:p>
          <a:p>
            <a:br/>
            <a:r>
              <a:t>图片：东北抗联第一路军第二方面军之一部（资料照片）。来源：新华社。https://www.news.cn/politics/20260918/b8feefb4f2f04ebea3d8ed8177ff5320/c.html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本页强调制度实践的具体历史条件。可以与前文日本操纵的所谓自治比较，但比较的是政治权力基础、组织方式和实际目标，而不是只比较名称。本页标题与成立日期依照原书。</a:t>
            </a:r>
          </a:p>
          <a:p/>
          <a:p>
            <a:r>
              <a:t>出处：书内871—872页。原书影印页均来自用户上传材料。</a:t>
            </a:r>
          </a:p>
          <a:p>
            <a:br/>
            <a:r>
              <a:t>图片：内蒙古自治政府成立大会现场（1947年）。来源：民族文化宫博物馆。https://www.cpon.cn/special/details/859.html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这些是原书所回顾的历史制度节点，本页不提供现行法律咨询，也不使用成书时的行政区数量作为今天的数据。强调政策原则通过国家法律制度获得稳定表达，但制度运行效果仍须经验材料验证。</a:t>
            </a:r>
          </a:p>
          <a:p/>
          <a:p>
            <a:r>
              <a:t>出处：书内872—875页。原书影印页均来自用户上传材料。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本页是原书历史论述的概括，不以当下法条逐条释义。可以把统一性理解为共同国家制度框架，把差异性理解为在法定范围内回应地方实际。讨论应避免把自治等同于国家之外的独立权力。</a:t>
            </a:r>
          </a:p>
          <a:p/>
          <a:p>
            <a:r>
              <a:t>出处：书内873—875页。原书影印页均来自用户上传材料。</a:t>
            </a:r>
          </a:p>
          <a:p>
            <a:br/>
            <a:r>
              <a:t>本次新增正文据所附原书第873—875页概述；讨论性判断为研读归纳。</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最后部分明确区分原书的主要结论与本次课堂提出的分析框架。目标是说明这些史事可以支持什么问题，以及还不能直接证明什么。</a:t>
            </a:r>
          </a:p>
          <a:p/>
          <a:p>
            <a:r>
              <a:t>出处：基于原书的研读讨论。原书影印页均来自用户上传材料。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此页是博士课堂的分析重点。可以举两组对照：内蒙古不同时期的自治实践，以及辛亥革命平等主张与现实治理之间的差异。强调分析性区分并不否定相互联系，而是避免解释过度。</a:t>
            </a:r>
          </a:p>
          <a:p/>
          <a:p>
            <a:r>
              <a:t>出处：研究方法提示，依据全文问题意识归纳。原书影印页均来自用户上传材料。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是一份历史综合著作节选，不能要求它完成所有微观研究任务。批判性阅读不是简单否定作者，而是说明其叙述尺度、材料选择和解释方式。当前节选不足以核验作者全部文献来源，更不能替代对原始档案的查阅。</a:t>
            </a:r>
          </a:p>
          <a:p/>
          <a:p>
            <a:r>
              <a:t>出处：对本节选的阅读评价。原书影印页均来自用户上传材料。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建议每题先用一分钟构思，再用两分钟交流。回答至少包含一个具体行动者、一项政策或实践以及一种可以检验观点的材料。避免只作价值表态。若时间有限，优先讨论第二题。</a:t>
            </a:r>
          </a:p>
          <a:p/>
          <a:p>
            <a:r>
              <a:t>出处：讨论建议：任选一题，结合一个区域案例。原书影印页均来自用户上传材料。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以边疆危机、边政知识和民族政策为主线，讨论近代中国民族关系的历史变化。建议分享约40分钟，讨论5至10分钟。材料为翁独健主编《中国民族关系史纲要》上传节选，书内印刷页约840至875。</a:t>
            </a:r>
          </a:p>
          <a:p/>
          <a:p>
            <a:r>
              <a:t>出处：书内约840—875页。原书影印页均来自用户上传材料。</a:t>
            </a:r>
          </a:p>
          <a:p>
            <a:br/>
            <a:r>
              <a:t>图片：蒙藏学校旧址（当代实景）。来源：中央民族大学新闻网。https://news.muc.edu.cn/info/1011/26744.htm</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p:sp>
        <p:nvSpPr>
          <p:cNvPr id="3" name="Title"/>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华文中宋" panose="02010600040101010101" charset="-122"/>
                <a:ea typeface="华文中宋" panose="02010600040101010101" charset="-122"/>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p:txBody>
      </p:sp>
      <p:sp>
        <p:nvSpPr>
          <p:cNvPr id="2" name="Subtitle"/>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华文中宋" panose="02010600040101010101" charset="-122"/>
                <a:ea typeface="华文中宋" panose="02010600040101010101" charset="-122"/>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p:sp>
        <p:nvSpPr>
          <p:cNvPr id="2" name="Section title"/>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华文中宋" panose="02010600040101010101" charset="-122"/>
                <a:ea typeface="华文中宋" panose="02010600040101010101" charset="-122"/>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p:sp>
        <p:nvSpPr>
          <p:cNvPr id="3" name="Title"/>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华文中宋" panose="02010600040101010101" charset="-122"/>
                <a:ea typeface="华文中宋" panose="02010600040101010101" charset="-122"/>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p:txBody>
      </p:sp>
      <p:sp>
        <p:nvSpPr>
          <p:cNvPr id="2" name="Body"/>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华文中宋" panose="02010600040101010101" charset="-122"/>
                <a:ea typeface="华文中宋" panose="02010600040101010101" charset="-122"/>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p:sp>
        <p:nvSpPr>
          <p:cNvPr id="4" name="Title"/>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华文中宋" panose="02010600040101010101" charset="-122"/>
                <a:ea typeface="华文中宋" panose="02010600040101010101" charset="-122"/>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p:txBody>
      </p:sp>
      <p:sp>
        <p:nvSpPr>
          <p:cNvPr id="2" name="Left column"/>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华文中宋" panose="02010600040101010101" charset="-122"/>
                <a:ea typeface="华文中宋" panose="02010600040101010101" charset="-122"/>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p:txBody>
      </p:sp>
      <p:sp>
        <p:nvSpPr>
          <p:cNvPr id="3" name="Right column"/>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华文中宋" panose="02010600040101010101" charset="-122"/>
                <a:ea typeface="华文中宋" panose="02010600040101010101" charset="-122"/>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p:sp>
        <p:nvSpPr>
          <p:cNvPr id="3" name="Title"/>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华文中宋" panose="02010600040101010101" charset="-122"/>
                <a:ea typeface="华文中宋" panose="02010600040101010101" charset="-122"/>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p:txBody>
      </p:sp>
      <p:sp>
        <p:nvSpPr>
          <p:cNvPr id="2" name="Left column"/>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华文中宋" panose="02010600040101010101" charset="-122"/>
                <a:ea typeface="华文中宋" panose="02010600040101010101" charset="-122"/>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image" Target="../media/image1.png"/><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pic>
        <p:nvPicPr>
          <p:cNvPr id="2" name="图片 1" descr="朱线远山学术留白"/>
          <p:cNvPicPr>
            <a:picLocks noChangeAspect="1"/>
          </p:cNvPicPr>
          <p:nvPr userDrawn="1"/>
        </p:nvPicPr>
        <p:blipFill>
          <a:blip r:embed="rId7"/>
          <a:stretch>
            <a:fillRect/>
          </a:stretch>
        </p:blipFill>
        <p:spPr>
          <a:xfrm>
            <a:off x="3175" y="0"/>
            <a:ext cx="12185015" cy="6858000"/>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6.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6.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5" Type="http://schemas.openxmlformats.org/officeDocument/2006/relationships/notesSlide" Target="../notesSlides/notesSlide3.xml"/><Relationship Id="rId14" Type="http://schemas.openxmlformats.org/officeDocument/2006/relationships/slideLayout" Target="../slideLayouts/slideLayout6.xml"/><Relationship Id="rId13" Type="http://schemas.openxmlformats.org/officeDocument/2006/relationships/tags" Target="../tags/tag12.xml"/><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9" Type="http://schemas.openxmlformats.org/officeDocument/2006/relationships/tags" Target="../tags/tag20.xml"/><Relationship Id="rId8" Type="http://schemas.openxmlformats.org/officeDocument/2006/relationships/tags" Target="../tags/tag19.xml"/><Relationship Id="rId7" Type="http://schemas.openxmlformats.org/officeDocument/2006/relationships/tags" Target="../tags/tag18.xml"/><Relationship Id="rId6" Type="http://schemas.openxmlformats.org/officeDocument/2006/relationships/tags" Target="../tags/tag17.xml"/><Relationship Id="rId5" Type="http://schemas.openxmlformats.org/officeDocument/2006/relationships/tags" Target="../tags/tag16.xml"/><Relationship Id="rId4" Type="http://schemas.openxmlformats.org/officeDocument/2006/relationships/tags" Target="../tags/tag15.xml"/><Relationship Id="rId34" Type="http://schemas.openxmlformats.org/officeDocument/2006/relationships/notesSlide" Target="../notesSlides/notesSlide4.xml"/><Relationship Id="rId33" Type="http://schemas.openxmlformats.org/officeDocument/2006/relationships/slideLayout" Target="../slideLayouts/slideLayout6.xml"/><Relationship Id="rId32" Type="http://schemas.openxmlformats.org/officeDocument/2006/relationships/tags" Target="../tags/tag43.xml"/><Relationship Id="rId31" Type="http://schemas.openxmlformats.org/officeDocument/2006/relationships/tags" Target="../tags/tag42.xml"/><Relationship Id="rId30" Type="http://schemas.openxmlformats.org/officeDocument/2006/relationships/tags" Target="../tags/tag41.xml"/><Relationship Id="rId3" Type="http://schemas.openxmlformats.org/officeDocument/2006/relationships/tags" Target="../tags/tag14.xml"/><Relationship Id="rId29" Type="http://schemas.openxmlformats.org/officeDocument/2006/relationships/tags" Target="../tags/tag40.xml"/><Relationship Id="rId28" Type="http://schemas.openxmlformats.org/officeDocument/2006/relationships/tags" Target="../tags/tag39.xml"/><Relationship Id="rId27" Type="http://schemas.openxmlformats.org/officeDocument/2006/relationships/tags" Target="../tags/tag38.xml"/><Relationship Id="rId26" Type="http://schemas.openxmlformats.org/officeDocument/2006/relationships/tags" Target="../tags/tag37.xml"/><Relationship Id="rId25" Type="http://schemas.openxmlformats.org/officeDocument/2006/relationships/tags" Target="../tags/tag36.xml"/><Relationship Id="rId24" Type="http://schemas.openxmlformats.org/officeDocument/2006/relationships/tags" Target="../tags/tag35.xml"/><Relationship Id="rId23" Type="http://schemas.openxmlformats.org/officeDocument/2006/relationships/tags" Target="../tags/tag34.xml"/><Relationship Id="rId22" Type="http://schemas.openxmlformats.org/officeDocument/2006/relationships/tags" Target="../tags/tag33.xml"/><Relationship Id="rId21" Type="http://schemas.openxmlformats.org/officeDocument/2006/relationships/tags" Target="../tags/tag32.xml"/><Relationship Id="rId20" Type="http://schemas.openxmlformats.org/officeDocument/2006/relationships/tags" Target="../tags/tag31.xml"/><Relationship Id="rId2" Type="http://schemas.openxmlformats.org/officeDocument/2006/relationships/tags" Target="../tags/tag13.xml"/><Relationship Id="rId19" Type="http://schemas.openxmlformats.org/officeDocument/2006/relationships/tags" Target="../tags/tag30.xml"/><Relationship Id="rId18" Type="http://schemas.openxmlformats.org/officeDocument/2006/relationships/tags" Target="../tags/tag29.xml"/><Relationship Id="rId17" Type="http://schemas.openxmlformats.org/officeDocument/2006/relationships/tags" Target="../tags/tag28.xml"/><Relationship Id="rId16" Type="http://schemas.openxmlformats.org/officeDocument/2006/relationships/tags" Target="../tags/tag27.xml"/><Relationship Id="rId15" Type="http://schemas.openxmlformats.org/officeDocument/2006/relationships/tags" Target="../tags/tag26.xml"/><Relationship Id="rId14" Type="http://schemas.openxmlformats.org/officeDocument/2006/relationships/tags" Target="../tags/tag25.xml"/><Relationship Id="rId13" Type="http://schemas.openxmlformats.org/officeDocument/2006/relationships/tags" Target="../tags/tag24.xml"/><Relationship Id="rId12" Type="http://schemas.openxmlformats.org/officeDocument/2006/relationships/tags" Target="../tags/tag23.xml"/><Relationship Id="rId11" Type="http://schemas.openxmlformats.org/officeDocument/2006/relationships/tags" Target="../tags/tag22.xml"/><Relationship Id="rId10" Type="http://schemas.openxmlformats.org/officeDocument/2006/relationships/tags" Target="../tags/tag21.xml"/><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6.xml"/><Relationship Id="rId1"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6.xml"/><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8" Type="http://schemas.openxmlformats.org/officeDocument/2006/relationships/notesSlide" Target="../notesSlides/notesSlide8.xml"/><Relationship Id="rId7" Type="http://schemas.openxmlformats.org/officeDocument/2006/relationships/slideLayout" Target="../slideLayouts/slideLayout6.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 Type="http://schemas.openxmlformats.org/officeDocument/2006/relationships/tags" Target="../tags/tag46.xml"/><Relationship Id="rId2" Type="http://schemas.openxmlformats.org/officeDocument/2006/relationships/tags" Target="../tags/tag45.xml"/><Relationship Id="rId1" Type="http://schemas.openxmlformats.org/officeDocument/2006/relationships/tags" Target="../tags/tag4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9" Type="http://schemas.openxmlformats.org/officeDocument/2006/relationships/tags" Target="../tags/tag58.xml"/><Relationship Id="rId8" Type="http://schemas.openxmlformats.org/officeDocument/2006/relationships/tags" Target="../tags/tag57.xml"/><Relationship Id="rId7" Type="http://schemas.openxmlformats.org/officeDocument/2006/relationships/tags" Target="../tags/tag56.xml"/><Relationship Id="rId6" Type="http://schemas.openxmlformats.org/officeDocument/2006/relationships/tags" Target="../tags/tag55.xml"/><Relationship Id="rId5" Type="http://schemas.openxmlformats.org/officeDocument/2006/relationships/tags" Target="../tags/tag54.xml"/><Relationship Id="rId4" Type="http://schemas.openxmlformats.org/officeDocument/2006/relationships/tags" Target="../tags/tag53.xml"/><Relationship Id="rId3" Type="http://schemas.openxmlformats.org/officeDocument/2006/relationships/tags" Target="../tags/tag52.xml"/><Relationship Id="rId20" Type="http://schemas.openxmlformats.org/officeDocument/2006/relationships/notesSlide" Target="../notesSlides/notesSlide13.xml"/><Relationship Id="rId2" Type="http://schemas.openxmlformats.org/officeDocument/2006/relationships/tags" Target="../tags/tag51.xml"/><Relationship Id="rId19" Type="http://schemas.openxmlformats.org/officeDocument/2006/relationships/slideLayout" Target="../slideLayouts/slideLayout6.xml"/><Relationship Id="rId18" Type="http://schemas.openxmlformats.org/officeDocument/2006/relationships/tags" Target="../tags/tag67.xml"/><Relationship Id="rId17" Type="http://schemas.openxmlformats.org/officeDocument/2006/relationships/tags" Target="../tags/tag66.xml"/><Relationship Id="rId16" Type="http://schemas.openxmlformats.org/officeDocument/2006/relationships/tags" Target="../tags/tag65.xml"/><Relationship Id="rId15" Type="http://schemas.openxmlformats.org/officeDocument/2006/relationships/tags" Target="../tags/tag64.xml"/><Relationship Id="rId14" Type="http://schemas.openxmlformats.org/officeDocument/2006/relationships/tags" Target="../tags/tag63.xml"/><Relationship Id="rId13" Type="http://schemas.openxmlformats.org/officeDocument/2006/relationships/tags" Target="../tags/tag62.xml"/><Relationship Id="rId12" Type="http://schemas.openxmlformats.org/officeDocument/2006/relationships/tags" Target="../tags/tag61.xml"/><Relationship Id="rId11" Type="http://schemas.openxmlformats.org/officeDocument/2006/relationships/tags" Target="../tags/tag60.xml"/><Relationship Id="rId10" Type="http://schemas.openxmlformats.org/officeDocument/2006/relationships/tags" Target="../tags/tag59.xml"/><Relationship Id="rId1" Type="http://schemas.openxmlformats.org/officeDocument/2006/relationships/tags" Target="../tags/tag5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6.xml"/><Relationship Id="rId1" Type="http://schemas.openxmlformats.org/officeDocument/2006/relationships/image" Target="../media/image4.jpe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6.xml"/><Relationship Id="rId1" Type="http://schemas.openxmlformats.org/officeDocument/2006/relationships/image" Target="../media/image5.jpe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6.xml"/><Relationship Id="rId1" Type="http://schemas.openxmlformats.org/officeDocument/2006/relationships/image" Target="../media/image6.jpe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6.xml"/><Relationship Id="rId1" Type="http://schemas.openxmlformats.org/officeDocument/2006/relationships/image" Target="../media/image7.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6.xml"/><Relationship Id="rId1" Type="http://schemas.openxmlformats.org/officeDocument/2006/relationships/image" Target="../media/image8.jpe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6.xml"/><Relationship Id="rId1" Type="http://schemas.openxmlformats.org/officeDocument/2006/relationships/image" Target="../media/image9.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9" Type="http://schemas.openxmlformats.org/officeDocument/2006/relationships/tags" Target="../tags/tag76.xml"/><Relationship Id="rId8" Type="http://schemas.openxmlformats.org/officeDocument/2006/relationships/tags" Target="../tags/tag75.xml"/><Relationship Id="rId7" Type="http://schemas.openxmlformats.org/officeDocument/2006/relationships/tags" Target="../tags/tag74.xml"/><Relationship Id="rId6" Type="http://schemas.openxmlformats.org/officeDocument/2006/relationships/tags" Target="../tags/tag73.xml"/><Relationship Id="rId5" Type="http://schemas.openxmlformats.org/officeDocument/2006/relationships/tags" Target="../tags/tag72.xml"/><Relationship Id="rId4" Type="http://schemas.openxmlformats.org/officeDocument/2006/relationships/tags" Target="../tags/tag71.xml"/><Relationship Id="rId3" Type="http://schemas.openxmlformats.org/officeDocument/2006/relationships/tags" Target="../tags/tag70.xml"/><Relationship Id="rId26" Type="http://schemas.openxmlformats.org/officeDocument/2006/relationships/notesSlide" Target="../notesSlides/notesSlide29.xml"/><Relationship Id="rId25" Type="http://schemas.openxmlformats.org/officeDocument/2006/relationships/slideLayout" Target="../slideLayouts/slideLayout6.xml"/><Relationship Id="rId24" Type="http://schemas.openxmlformats.org/officeDocument/2006/relationships/tags" Target="../tags/tag91.xml"/><Relationship Id="rId23" Type="http://schemas.openxmlformats.org/officeDocument/2006/relationships/tags" Target="../tags/tag90.xml"/><Relationship Id="rId22" Type="http://schemas.openxmlformats.org/officeDocument/2006/relationships/tags" Target="../tags/tag89.xml"/><Relationship Id="rId21" Type="http://schemas.openxmlformats.org/officeDocument/2006/relationships/tags" Target="../tags/tag88.xml"/><Relationship Id="rId20" Type="http://schemas.openxmlformats.org/officeDocument/2006/relationships/tags" Target="../tags/tag87.xml"/><Relationship Id="rId2" Type="http://schemas.openxmlformats.org/officeDocument/2006/relationships/tags" Target="../tags/tag69.xml"/><Relationship Id="rId19" Type="http://schemas.openxmlformats.org/officeDocument/2006/relationships/tags" Target="../tags/tag86.xml"/><Relationship Id="rId18" Type="http://schemas.openxmlformats.org/officeDocument/2006/relationships/tags" Target="../tags/tag85.xml"/><Relationship Id="rId17" Type="http://schemas.openxmlformats.org/officeDocument/2006/relationships/tags" Target="../tags/tag84.xml"/><Relationship Id="rId16" Type="http://schemas.openxmlformats.org/officeDocument/2006/relationships/tags" Target="../tags/tag83.xml"/><Relationship Id="rId15" Type="http://schemas.openxmlformats.org/officeDocument/2006/relationships/tags" Target="../tags/tag82.xml"/><Relationship Id="rId14" Type="http://schemas.openxmlformats.org/officeDocument/2006/relationships/tags" Target="../tags/tag81.xml"/><Relationship Id="rId13" Type="http://schemas.openxmlformats.org/officeDocument/2006/relationships/tags" Target="../tags/tag80.xml"/><Relationship Id="rId12" Type="http://schemas.openxmlformats.org/officeDocument/2006/relationships/tags" Target="../tags/tag79.xml"/><Relationship Id="rId11" Type="http://schemas.openxmlformats.org/officeDocument/2006/relationships/tags" Target="../tags/tag78.xml"/><Relationship Id="rId10" Type="http://schemas.openxmlformats.org/officeDocument/2006/relationships/tags" Target="../tags/tag77.xml"/><Relationship Id="rId1" Type="http://schemas.openxmlformats.org/officeDocument/2006/relationships/tags" Target="../tags/tag68.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9" Type="http://schemas.openxmlformats.org/officeDocument/2006/relationships/tags" Target="../tags/tag100.xml"/><Relationship Id="rId8" Type="http://schemas.openxmlformats.org/officeDocument/2006/relationships/tags" Target="../tags/tag99.xml"/><Relationship Id="rId7" Type="http://schemas.openxmlformats.org/officeDocument/2006/relationships/tags" Target="../tags/tag98.xml"/><Relationship Id="rId6" Type="http://schemas.openxmlformats.org/officeDocument/2006/relationships/tags" Target="../tags/tag97.xml"/><Relationship Id="rId5" Type="http://schemas.openxmlformats.org/officeDocument/2006/relationships/tags" Target="../tags/tag96.xml"/><Relationship Id="rId4" Type="http://schemas.openxmlformats.org/officeDocument/2006/relationships/tags" Target="../tags/tag95.xml"/><Relationship Id="rId3" Type="http://schemas.openxmlformats.org/officeDocument/2006/relationships/tags" Target="../tags/tag94.xml"/><Relationship Id="rId26" Type="http://schemas.openxmlformats.org/officeDocument/2006/relationships/notesSlide" Target="../notesSlides/notesSlide31.xml"/><Relationship Id="rId25" Type="http://schemas.openxmlformats.org/officeDocument/2006/relationships/slideLayout" Target="../slideLayouts/slideLayout6.xml"/><Relationship Id="rId24" Type="http://schemas.openxmlformats.org/officeDocument/2006/relationships/tags" Target="../tags/tag115.xml"/><Relationship Id="rId23" Type="http://schemas.openxmlformats.org/officeDocument/2006/relationships/tags" Target="../tags/tag114.xml"/><Relationship Id="rId22" Type="http://schemas.openxmlformats.org/officeDocument/2006/relationships/tags" Target="../tags/tag113.xml"/><Relationship Id="rId21" Type="http://schemas.openxmlformats.org/officeDocument/2006/relationships/tags" Target="../tags/tag112.xml"/><Relationship Id="rId20" Type="http://schemas.openxmlformats.org/officeDocument/2006/relationships/tags" Target="../tags/tag111.xml"/><Relationship Id="rId2" Type="http://schemas.openxmlformats.org/officeDocument/2006/relationships/tags" Target="../tags/tag93.xml"/><Relationship Id="rId19" Type="http://schemas.openxmlformats.org/officeDocument/2006/relationships/tags" Target="../tags/tag110.xml"/><Relationship Id="rId18" Type="http://schemas.openxmlformats.org/officeDocument/2006/relationships/tags" Target="../tags/tag109.xml"/><Relationship Id="rId17" Type="http://schemas.openxmlformats.org/officeDocument/2006/relationships/tags" Target="../tags/tag108.xml"/><Relationship Id="rId16" Type="http://schemas.openxmlformats.org/officeDocument/2006/relationships/tags" Target="../tags/tag107.xml"/><Relationship Id="rId15" Type="http://schemas.openxmlformats.org/officeDocument/2006/relationships/tags" Target="../tags/tag106.xml"/><Relationship Id="rId14" Type="http://schemas.openxmlformats.org/officeDocument/2006/relationships/tags" Target="../tags/tag105.xml"/><Relationship Id="rId13" Type="http://schemas.openxmlformats.org/officeDocument/2006/relationships/tags" Target="../tags/tag104.xml"/><Relationship Id="rId12" Type="http://schemas.openxmlformats.org/officeDocument/2006/relationships/tags" Target="../tags/tag103.xml"/><Relationship Id="rId11" Type="http://schemas.openxmlformats.org/officeDocument/2006/relationships/tags" Target="../tags/tag102.xml"/><Relationship Id="rId10" Type="http://schemas.openxmlformats.org/officeDocument/2006/relationships/tags" Target="../tags/tag101.xml"/><Relationship Id="rId1" Type="http://schemas.openxmlformats.org/officeDocument/2006/relationships/tags" Target="../tags/tag92.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6.xml"/><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图片 18" descr="朱线远山学术留白"/>
          <p:cNvPicPr>
            <a:picLocks noChangeAspect="1"/>
          </p:cNvPicPr>
          <p:nvPr/>
        </p:nvPicPr>
        <p:blipFill>
          <a:blip r:embed="rId1"/>
          <a:stretch>
            <a:fillRect/>
          </a:stretch>
        </p:blipFill>
        <p:spPr>
          <a:xfrm>
            <a:off x="3175" y="0"/>
            <a:ext cx="12185015" cy="6858000"/>
          </a:xfrm>
          <a:prstGeom prst="rect">
            <a:avLst/>
          </a:prstGeom>
        </p:spPr>
      </p:pic>
      <p:sp>
        <p:nvSpPr>
          <p:cNvPr id="4" name="Rectangle 3"/>
          <p:cNvSpPr/>
          <p:nvPr/>
        </p:nvSpPr>
        <p:spPr>
          <a:xfrm>
            <a:off x="530352" y="347472"/>
            <a:ext cx="11137392" cy="6144768"/>
          </a:xfrm>
          <a:prstGeom prst="rect">
            <a:avLst/>
          </a:prstGeom>
          <a:solidFill>
            <a:srgbClr val="FFFFFF"/>
          </a:solidFill>
          <a:ln w="10160">
            <a:solidFill>
              <a:srgbClr val="D8B3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0352" y="347472"/>
            <a:ext cx="960120" cy="50292"/>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30352" y="347472"/>
            <a:ext cx="50292" cy="96012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78408" y="1993392"/>
            <a:ext cx="621792" cy="54864"/>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331720"/>
            <a:ext cx="10241280" cy="594360"/>
          </a:xfrm>
          <a:prstGeom prst="rect">
            <a:avLst/>
          </a:prstGeom>
          <a:noFill/>
        </p:spPr>
        <p:txBody>
          <a:bodyPr wrap="square" lIns="0" tIns="0" rIns="0" bIns="0">
            <a:spAutoFit/>
          </a:bodyPr>
          <a:lstStyle/>
          <a:p>
            <a:pPr algn="l">
              <a:defRPr sz="3000" b="0">
                <a:solidFill>
                  <a:srgbClr val="990B22"/>
                </a:solidFill>
                <a:latin typeface="Noto Serif CJK SC"/>
              </a:defRPr>
            </a:pPr>
            <a:r>
              <a:rPr sz="3000" b="0">
                <a:solidFill>
                  <a:srgbClr val="990B22"/>
                </a:solidFill>
                <a:latin typeface="Noto Serif CJK SC"/>
                <a:ea typeface="Noto Serif CJK SC"/>
                <a:cs typeface="Noto Serif CJK SC"/>
              </a:rPr>
              <a:t>近现代中国的</a:t>
            </a:r>
          </a:p>
        </p:txBody>
      </p:sp>
      <p:sp>
        <p:nvSpPr>
          <p:cNvPr id="12" name="TextBox 11"/>
          <p:cNvSpPr txBox="1"/>
          <p:nvPr/>
        </p:nvSpPr>
        <p:spPr>
          <a:xfrm>
            <a:off x="960120" y="3044952"/>
            <a:ext cx="10378440" cy="914400"/>
          </a:xfrm>
          <a:prstGeom prst="rect">
            <a:avLst/>
          </a:prstGeom>
          <a:noFill/>
        </p:spPr>
        <p:txBody>
          <a:bodyPr wrap="square" lIns="0" tIns="0" rIns="0" bIns="0">
            <a:spAutoFit/>
          </a:bodyPr>
          <a:lstStyle/>
          <a:p>
            <a:pPr algn="l">
              <a:defRPr sz="4300" b="1">
                <a:solidFill>
                  <a:srgbClr val="990B22"/>
                </a:solidFill>
                <a:latin typeface="Noto Serif CJK SC"/>
              </a:defRPr>
            </a:pPr>
            <a:r>
              <a:rPr sz="4300" b="1">
                <a:solidFill>
                  <a:srgbClr val="990B22"/>
                </a:solidFill>
                <a:latin typeface="Noto Serif CJK SC"/>
                <a:ea typeface="Noto Serif CJK SC"/>
                <a:cs typeface="Noto Serif CJK SC"/>
              </a:rPr>
              <a:t>边疆治理与民族关系</a:t>
            </a:r>
          </a:p>
        </p:txBody>
      </p:sp>
      <p:sp>
        <p:nvSpPr>
          <p:cNvPr id="13" name="TextBox 12"/>
          <p:cNvSpPr txBox="1"/>
          <p:nvPr/>
        </p:nvSpPr>
        <p:spPr>
          <a:xfrm>
            <a:off x="996696" y="4215384"/>
            <a:ext cx="10058400" cy="322580"/>
          </a:xfrm>
          <a:prstGeom prst="rect">
            <a:avLst/>
          </a:prstGeom>
          <a:noFill/>
        </p:spPr>
        <p:txBody>
          <a:bodyPr wrap="square" lIns="0" tIns="0" rIns="0" bIns="0">
            <a:spAutoFit/>
          </a:bodyPr>
          <a:lstStyle/>
          <a:p>
            <a:pPr algn="l">
              <a:defRPr sz="2100" b="0">
                <a:solidFill>
                  <a:srgbClr val="6C6063"/>
                </a:solidFill>
                <a:latin typeface="Noto Serif CJK SC"/>
              </a:defRPr>
            </a:pPr>
            <a:r>
              <a:rPr sz="2100" b="0">
                <a:solidFill>
                  <a:srgbClr val="6C6063"/>
                </a:solidFill>
                <a:latin typeface="Noto Serif CJK SC"/>
                <a:ea typeface="Noto Serif CJK SC"/>
                <a:cs typeface="Noto Serif CJK SC"/>
              </a:rPr>
              <a:t>从边疆</a:t>
            </a:r>
            <a:r>
              <a:rPr lang="zh-CN" sz="2100" b="0">
                <a:solidFill>
                  <a:srgbClr val="6C6063"/>
                </a:solidFill>
                <a:latin typeface="Noto Serif CJK SC"/>
                <a:ea typeface="Noto Serif CJK SC"/>
                <a:cs typeface="Noto Serif CJK SC"/>
              </a:rPr>
              <a:t>动荡</a:t>
            </a:r>
            <a:r>
              <a:rPr sz="2100" b="0">
                <a:solidFill>
                  <a:srgbClr val="6C6063"/>
                </a:solidFill>
                <a:latin typeface="Noto Serif CJK SC"/>
                <a:ea typeface="Noto Serif CJK SC"/>
                <a:cs typeface="Noto Serif CJK SC"/>
              </a:rPr>
              <a:t>、边政研究到民族政策实践</a:t>
            </a:r>
          </a:p>
        </p:txBody>
      </p:sp>
      <p:sp>
        <p:nvSpPr>
          <p:cNvPr id="14" name="Rectangle 13"/>
          <p:cNvSpPr/>
          <p:nvPr/>
        </p:nvSpPr>
        <p:spPr>
          <a:xfrm>
            <a:off x="996696" y="5001768"/>
            <a:ext cx="10104120" cy="10972"/>
          </a:xfrm>
          <a:prstGeom prst="rect">
            <a:avLst/>
          </a:prstGeom>
          <a:solidFill>
            <a:srgbClr val="E0C7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950" y="5349240"/>
            <a:ext cx="3683000" cy="276860"/>
          </a:xfrm>
          <a:prstGeom prst="rect">
            <a:avLst/>
          </a:prstGeom>
          <a:noFill/>
        </p:spPr>
        <p:txBody>
          <a:bodyPr wrap="square" lIns="0" tIns="0" rIns="0" bIns="0">
            <a:spAutoFit/>
          </a:bodyPr>
          <a:lstStyle/>
          <a:p>
            <a:pPr algn="l">
              <a:defRPr sz="1800" b="0">
                <a:solidFill>
                  <a:srgbClr val="333333"/>
                </a:solidFill>
                <a:latin typeface="Noto Serif CJK SC"/>
              </a:defRPr>
            </a:pPr>
            <a:r>
              <a:rPr sz="1800" b="0">
                <a:solidFill>
                  <a:srgbClr val="333333"/>
                </a:solidFill>
                <a:latin typeface="Noto Serif CJK SC"/>
                <a:ea typeface="Noto Serif CJK SC"/>
                <a:cs typeface="Noto Serif CJK SC"/>
              </a:rPr>
              <a:t>汇报人  连羚毓</a:t>
            </a:r>
            <a:endParaRPr>
              <a:latin typeface="Noto Serif CJK SC"/>
              <a:ea typeface="Noto Serif CJK SC"/>
              <a:cs typeface="Noto Serif CJK SC"/>
            </a:endParaRPr>
          </a:p>
        </p:txBody>
      </p:sp>
      <p:sp>
        <p:nvSpPr>
          <p:cNvPr id="17" name="Rectangle 16"/>
          <p:cNvSpPr/>
          <p:nvPr/>
        </p:nvSpPr>
        <p:spPr>
          <a:xfrm>
            <a:off x="0" y="6656832"/>
            <a:ext cx="12192609" cy="20116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图片 1" descr="朱线远山学术留白"/>
          <p:cNvPicPr>
            <a:picLocks noChangeAspect="1"/>
          </p:cNvPicPr>
          <p:nvPr/>
        </p:nvPicPr>
        <p:blipFill>
          <a:blip r:embed="rId1"/>
          <a:stretch>
            <a:fillRect/>
          </a:stretch>
        </p:blipFill>
        <p:spPr>
          <a:xfrm>
            <a:off x="3175" y="0"/>
            <a:ext cx="12185015" cy="6858000"/>
          </a:xfrm>
          <a:prstGeom prst="rect">
            <a:avLst/>
          </a:prstGeom>
        </p:spPr>
      </p:pic>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国家整合与边疆社会</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762125"/>
            <a:ext cx="9689592" cy="1314450"/>
          </a:xfrm>
          <a:prstGeom prst="roundRect">
            <a:avLst>
              <a:gd name="adj" fmla="val 5797"/>
            </a:avLst>
          </a:prstGeom>
          <a:solidFill>
            <a:srgbClr val="FFFFFF"/>
          </a:solidFill>
          <a:ln w="31433">
            <a:solidFill>
              <a:srgbClr val="990B22"/>
            </a:solidFill>
            <a:prstDash val="solid"/>
          </a:ln>
        </p:spPr>
        <p:txBody>
          <a:bodyPr lIns="80467" rIns="80467"/>
          <a:p>
            <a:endParaRPr>
              <a:latin typeface="Noto Serif CJK SC"/>
              <a:ea typeface="Noto Serif CJK SC"/>
            </a:endParaRPr>
          </a:p>
        </p:txBody>
      </p:sp>
      <p:sp>
        <p:nvSpPr>
          <p:cNvPr id="8" name="frame-7"/>
          <p:cNvSpPr>
            <a:spLocks noGrp="1"/>
          </p:cNvSpPr>
          <p:nvPr/>
        </p:nvSpPr>
        <p:spPr>
          <a:xfrm>
            <a:off x="1779727" y="1762125"/>
            <a:ext cx="117348" cy="1314450"/>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9" name="text-8"/>
          <p:cNvSpPr>
            <a:spLocks noGrp="1"/>
          </p:cNvSpPr>
          <p:nvPr/>
        </p:nvSpPr>
        <p:spPr>
          <a:xfrm>
            <a:off x="2022805" y="2066925"/>
            <a:ext cx="9186672" cy="809625"/>
          </a:xfrm>
          <a:prstGeom prst="rect">
            <a:avLst/>
          </a:prstGeom>
          <a:noFill/>
          <a:ln w="0">
            <a:noFill/>
            <a:prstDash val="solid"/>
          </a:ln>
        </p:spPr>
        <p:txBody>
          <a:bodyPr wrap="square" lIns="0" tIns="0" rIns="0" bIns="0">
            <a:noAutofit/>
          </a:bodyPr>
          <a:lstStyle>
            <a:defPPr algn="l">
              <a:defRPr sz="3675" b="1">
                <a:solidFill>
                  <a:srgbClr val="990B22"/>
                </a:solidFill>
                <a:latin typeface="Noto Serif CJK SC"/>
                <a:ea typeface="Noto Serif CJK SC"/>
                <a:cs typeface="Noto Serif CJK SC"/>
              </a:defRPr>
            </a:defPPr>
            <a:lvl1pPr algn="l">
              <a:defRPr sz="3675" b="1">
                <a:solidFill>
                  <a:srgbClr val="990B22"/>
                </a:solidFill>
                <a:latin typeface="Noto Serif CJK SC"/>
                <a:ea typeface="Noto Serif CJK SC"/>
                <a:cs typeface="Noto Serif CJK SC"/>
              </a:defRPr>
            </a:lvl1pPr>
            <a:lvl2pPr algn="l">
              <a:defRPr sz="3675" b="1">
                <a:solidFill>
                  <a:srgbClr val="990B22"/>
                </a:solidFill>
                <a:latin typeface="Noto Serif CJK SC"/>
                <a:ea typeface="Noto Serif CJK SC"/>
                <a:cs typeface="Noto Serif CJK SC"/>
              </a:defRPr>
            </a:lvl2pPr>
            <a:lvl3pPr algn="l">
              <a:defRPr sz="3675" b="1">
                <a:solidFill>
                  <a:srgbClr val="990B22"/>
                </a:solidFill>
                <a:latin typeface="Noto Serif CJK SC"/>
                <a:ea typeface="Noto Serif CJK SC"/>
                <a:cs typeface="Noto Serif CJK SC"/>
              </a:defRPr>
            </a:lvl3pPr>
            <a:lvl4pPr algn="l">
              <a:defRPr sz="3675" b="1">
                <a:solidFill>
                  <a:srgbClr val="990B22"/>
                </a:solidFill>
                <a:latin typeface="Noto Serif CJK SC"/>
                <a:ea typeface="Noto Serif CJK SC"/>
                <a:cs typeface="Noto Serif CJK SC"/>
              </a:defRPr>
            </a:lvl4pPr>
            <a:lvl5pPr algn="l">
              <a:defRPr sz="3675" b="1">
                <a:solidFill>
                  <a:srgbClr val="990B22"/>
                </a:solidFill>
                <a:latin typeface="Noto Serif CJK SC"/>
                <a:ea typeface="Noto Serif CJK SC"/>
                <a:cs typeface="Noto Serif CJK SC"/>
              </a:defRPr>
            </a:lvl5pPr>
            <a:lvl6pPr algn="l">
              <a:defRPr sz="3675" b="1">
                <a:solidFill>
                  <a:srgbClr val="990B22"/>
                </a:solidFill>
                <a:latin typeface="Noto Serif CJK SC"/>
                <a:ea typeface="Noto Serif CJK SC"/>
                <a:cs typeface="Noto Serif CJK SC"/>
              </a:defRPr>
            </a:lvl6pPr>
            <a:lvl7pPr algn="l">
              <a:defRPr sz="3675" b="1">
                <a:solidFill>
                  <a:srgbClr val="990B22"/>
                </a:solidFill>
                <a:latin typeface="Noto Serif CJK SC"/>
                <a:ea typeface="Noto Serif CJK SC"/>
                <a:cs typeface="Noto Serif CJK SC"/>
              </a:defRPr>
            </a:lvl7pPr>
            <a:lvl8pPr algn="l">
              <a:defRPr sz="3675" b="1">
                <a:solidFill>
                  <a:srgbClr val="990B22"/>
                </a:solidFill>
                <a:latin typeface="Noto Serif CJK SC"/>
                <a:ea typeface="Noto Serif CJK SC"/>
                <a:cs typeface="Noto Serif CJK SC"/>
              </a:defRPr>
            </a:lvl8pPr>
            <a:lvl9pPr algn="l">
              <a:defRPr sz="3675" b="1">
                <a:solidFill>
                  <a:srgbClr val="990B22"/>
                </a:solidFill>
                <a:latin typeface="Noto Serif CJK SC"/>
                <a:ea typeface="Noto Serif CJK SC"/>
                <a:cs typeface="Noto Serif CJK SC"/>
              </a:defRPr>
            </a:lvl9pPr>
          </a:lstStyle>
          <a:p>
            <a:pPr algn="l">
              <a:lnSpc>
                <a:spcPct val="112000"/>
              </a:lnSpc>
              <a:buNone/>
              <a:defRPr sz="3675" b="1">
                <a:solidFill>
                  <a:srgbClr val="990B22"/>
                </a:solidFill>
                <a:latin typeface="Noto Serif CJK SC"/>
                <a:ea typeface="Noto Serif CJK SC"/>
                <a:cs typeface="Noto Serif CJK SC"/>
              </a:defRPr>
            </a:pPr>
            <a:r>
              <a:rPr sz="3305" b="1">
                <a:solidFill>
                  <a:srgbClr val="990B22"/>
                </a:solidFill>
                <a:latin typeface="Noto Serif CJK SC"/>
                <a:ea typeface="Noto Serif CJK SC"/>
                <a:cs typeface="Noto Serif CJK SC"/>
              </a:rPr>
              <a:t>国家整合如何落实到边疆社会？</a:t>
            </a:r>
            <a:endParaRPr sz="3305" b="1">
              <a:solidFill>
                <a:srgbClr val="990B22"/>
              </a:solidFill>
              <a:latin typeface="Noto Serif CJK SC"/>
              <a:ea typeface="Noto Serif CJK SC"/>
              <a:cs typeface="Noto Serif CJK SC"/>
            </a:endParaRPr>
          </a:p>
        </p:txBody>
      </p:sp>
      <p:sp>
        <p:nvSpPr>
          <p:cNvPr id="10" name="frame-9"/>
          <p:cNvSpPr>
            <a:spLocks noGrp="1"/>
          </p:cNvSpPr>
          <p:nvPr/>
        </p:nvSpPr>
        <p:spPr>
          <a:xfrm>
            <a:off x="1779727" y="3600450"/>
            <a:ext cx="2983992" cy="1828800"/>
          </a:xfrm>
          <a:prstGeom prst="roundRect">
            <a:avLst>
              <a:gd name="adj" fmla="val 4167"/>
            </a:avLst>
          </a:prstGeom>
          <a:solidFill>
            <a:srgbClr val="F8EEF0"/>
          </a:solidFill>
          <a:ln w="28575">
            <a:solidFill>
              <a:srgbClr val="990B22"/>
            </a:solidFill>
            <a:prstDash val="solid"/>
          </a:ln>
        </p:spPr>
        <p:txBody>
          <a:bodyPr lIns="80467" rIns="80467"/>
          <a:p>
            <a:endParaRPr>
              <a:latin typeface="Noto Serif CJK SC"/>
              <a:ea typeface="Noto Serif CJK SC"/>
            </a:endParaRPr>
          </a:p>
        </p:txBody>
      </p:sp>
      <p:sp>
        <p:nvSpPr>
          <p:cNvPr id="11" name="frame-10"/>
          <p:cNvSpPr>
            <a:spLocks noGrp="1"/>
          </p:cNvSpPr>
          <p:nvPr/>
        </p:nvSpPr>
        <p:spPr>
          <a:xfrm>
            <a:off x="1779727" y="3600450"/>
            <a:ext cx="2983992" cy="6667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2" name="text-11"/>
          <p:cNvSpPr>
            <a:spLocks noGrp="1"/>
          </p:cNvSpPr>
          <p:nvPr/>
        </p:nvSpPr>
        <p:spPr>
          <a:xfrm>
            <a:off x="1964131" y="3886200"/>
            <a:ext cx="2615184" cy="571500"/>
          </a:xfrm>
          <a:prstGeom prst="rect">
            <a:avLst/>
          </a:prstGeom>
          <a:noFill/>
          <a:ln w="0">
            <a:noFill/>
            <a:prstDash val="solid"/>
          </a:ln>
        </p:spPr>
        <p:txBody>
          <a:bodyPr wrap="square" lIns="0" tIns="0" rIns="0" bIns="0">
            <a:noAutofit/>
          </a:bodyPr>
          <a:lstStyle>
            <a:defPPr algn="l">
              <a:defRPr sz="2850" b="1">
                <a:solidFill>
                  <a:srgbClr val="990B22"/>
                </a:solidFill>
                <a:latin typeface="Noto Serif CJK SC"/>
                <a:ea typeface="Noto Serif CJK SC"/>
                <a:cs typeface="Noto Serif CJK SC"/>
              </a:defRPr>
            </a:defPPr>
            <a:lvl1pPr algn="l">
              <a:defRPr sz="2850" b="1">
                <a:solidFill>
                  <a:srgbClr val="990B22"/>
                </a:solidFill>
                <a:latin typeface="Noto Serif CJK SC"/>
                <a:ea typeface="Noto Serif CJK SC"/>
                <a:cs typeface="Noto Serif CJK SC"/>
              </a:defRPr>
            </a:lvl1pPr>
            <a:lvl2pPr algn="l">
              <a:defRPr sz="2850" b="1">
                <a:solidFill>
                  <a:srgbClr val="990B22"/>
                </a:solidFill>
                <a:latin typeface="Noto Serif CJK SC"/>
                <a:ea typeface="Noto Serif CJK SC"/>
                <a:cs typeface="Noto Serif CJK SC"/>
              </a:defRPr>
            </a:lvl2pPr>
            <a:lvl3pPr algn="l">
              <a:defRPr sz="2850" b="1">
                <a:solidFill>
                  <a:srgbClr val="990B22"/>
                </a:solidFill>
                <a:latin typeface="Noto Serif CJK SC"/>
                <a:ea typeface="Noto Serif CJK SC"/>
                <a:cs typeface="Noto Serif CJK SC"/>
              </a:defRPr>
            </a:lvl3pPr>
            <a:lvl4pPr algn="l">
              <a:defRPr sz="2850" b="1">
                <a:solidFill>
                  <a:srgbClr val="990B22"/>
                </a:solidFill>
                <a:latin typeface="Noto Serif CJK SC"/>
                <a:ea typeface="Noto Serif CJK SC"/>
                <a:cs typeface="Noto Serif CJK SC"/>
              </a:defRPr>
            </a:lvl4pPr>
            <a:lvl5pPr algn="l">
              <a:defRPr sz="2850" b="1">
                <a:solidFill>
                  <a:srgbClr val="990B22"/>
                </a:solidFill>
                <a:latin typeface="Noto Serif CJK SC"/>
                <a:ea typeface="Noto Serif CJK SC"/>
                <a:cs typeface="Noto Serif CJK SC"/>
              </a:defRPr>
            </a:lvl5pPr>
            <a:lvl6pPr algn="l">
              <a:defRPr sz="2850" b="1">
                <a:solidFill>
                  <a:srgbClr val="990B22"/>
                </a:solidFill>
                <a:latin typeface="Noto Serif CJK SC"/>
                <a:ea typeface="Noto Serif CJK SC"/>
                <a:cs typeface="Noto Serif CJK SC"/>
              </a:defRPr>
            </a:lvl6pPr>
            <a:lvl7pPr algn="l">
              <a:defRPr sz="2850" b="1">
                <a:solidFill>
                  <a:srgbClr val="990B22"/>
                </a:solidFill>
                <a:latin typeface="Noto Serif CJK SC"/>
                <a:ea typeface="Noto Serif CJK SC"/>
                <a:cs typeface="Noto Serif CJK SC"/>
              </a:defRPr>
            </a:lvl7pPr>
            <a:lvl8pPr algn="l">
              <a:defRPr sz="2850" b="1">
                <a:solidFill>
                  <a:srgbClr val="990B22"/>
                </a:solidFill>
                <a:latin typeface="Noto Serif CJK SC"/>
                <a:ea typeface="Noto Serif CJK SC"/>
                <a:cs typeface="Noto Serif CJK SC"/>
              </a:defRPr>
            </a:lvl8pPr>
            <a:lvl9pPr algn="l">
              <a:defRPr sz="2850" b="1">
                <a:solidFill>
                  <a:srgbClr val="990B22"/>
                </a:solidFill>
                <a:latin typeface="Noto Serif CJK SC"/>
                <a:ea typeface="Noto Serif CJK SC"/>
                <a:cs typeface="Noto Serif CJK SC"/>
              </a:defRPr>
            </a:lvl9pPr>
          </a:lstStyle>
          <a:p>
            <a:pPr algn="l">
              <a:lnSpc>
                <a:spcPct val="112000"/>
              </a:lnSpc>
              <a:buNone/>
              <a:defRPr sz="2850" b="1">
                <a:solidFill>
                  <a:srgbClr val="990B22"/>
                </a:solidFill>
                <a:latin typeface="Noto Serif CJK SC"/>
                <a:ea typeface="Noto Serif CJK SC"/>
                <a:cs typeface="Noto Serif CJK SC"/>
              </a:defRPr>
            </a:pPr>
            <a:r>
              <a:rPr sz="2565" b="1">
                <a:solidFill>
                  <a:srgbClr val="990B22"/>
                </a:solidFill>
                <a:latin typeface="Noto Serif CJK SC"/>
                <a:ea typeface="Noto Serif CJK SC"/>
                <a:cs typeface="Noto Serif CJK SC"/>
              </a:rPr>
              <a:t>外部压力</a:t>
            </a:r>
            <a:endParaRPr sz="2565" b="1">
              <a:solidFill>
                <a:srgbClr val="990B22"/>
              </a:solidFill>
              <a:latin typeface="Noto Serif CJK SC"/>
              <a:ea typeface="Noto Serif CJK SC"/>
              <a:cs typeface="Noto Serif CJK SC"/>
            </a:endParaRPr>
          </a:p>
        </p:txBody>
      </p:sp>
      <p:sp>
        <p:nvSpPr>
          <p:cNvPr id="13" name="text-12"/>
          <p:cNvSpPr>
            <a:spLocks noGrp="1"/>
          </p:cNvSpPr>
          <p:nvPr/>
        </p:nvSpPr>
        <p:spPr>
          <a:xfrm>
            <a:off x="1964131" y="4695825"/>
            <a:ext cx="2615184" cy="571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l">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国际局势与侵略扩张</a:t>
            </a:r>
            <a:endParaRPr sz="1820" b="0">
              <a:solidFill>
                <a:srgbClr val="333333"/>
              </a:solidFill>
              <a:latin typeface="Noto Serif CJK SC"/>
              <a:ea typeface="Noto Serif CJK SC"/>
              <a:cs typeface="Noto Serif CJK SC"/>
            </a:endParaRPr>
          </a:p>
        </p:txBody>
      </p:sp>
      <p:sp>
        <p:nvSpPr>
          <p:cNvPr id="14" name="frame-13"/>
          <p:cNvSpPr>
            <a:spLocks noGrp="1"/>
          </p:cNvSpPr>
          <p:nvPr/>
        </p:nvSpPr>
        <p:spPr>
          <a:xfrm>
            <a:off x="5082235" y="3600450"/>
            <a:ext cx="2983992" cy="1828800"/>
          </a:xfrm>
          <a:prstGeom prst="roundRect">
            <a:avLst>
              <a:gd name="adj" fmla="val 4167"/>
            </a:avLst>
          </a:prstGeom>
          <a:solidFill>
            <a:srgbClr val="F8EEF0"/>
          </a:solidFill>
          <a:ln w="28575">
            <a:solidFill>
              <a:srgbClr val="990B22"/>
            </a:solidFill>
            <a:prstDash val="solid"/>
          </a:ln>
        </p:spPr>
        <p:txBody>
          <a:bodyPr lIns="80467" rIns="80467"/>
          <a:p>
            <a:endParaRPr>
              <a:latin typeface="Noto Serif CJK SC"/>
              <a:ea typeface="Noto Serif CJK SC"/>
            </a:endParaRPr>
          </a:p>
        </p:txBody>
      </p:sp>
      <p:sp>
        <p:nvSpPr>
          <p:cNvPr id="15" name="frame-14"/>
          <p:cNvSpPr>
            <a:spLocks noGrp="1"/>
          </p:cNvSpPr>
          <p:nvPr/>
        </p:nvSpPr>
        <p:spPr>
          <a:xfrm>
            <a:off x="5082235" y="3600450"/>
            <a:ext cx="2983992" cy="6667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6" name="text-15"/>
          <p:cNvSpPr>
            <a:spLocks noGrp="1"/>
          </p:cNvSpPr>
          <p:nvPr/>
        </p:nvSpPr>
        <p:spPr>
          <a:xfrm>
            <a:off x="5266639" y="3886200"/>
            <a:ext cx="2615184" cy="571500"/>
          </a:xfrm>
          <a:prstGeom prst="rect">
            <a:avLst/>
          </a:prstGeom>
          <a:noFill/>
          <a:ln w="0">
            <a:noFill/>
            <a:prstDash val="solid"/>
          </a:ln>
        </p:spPr>
        <p:txBody>
          <a:bodyPr wrap="square" lIns="0" tIns="0" rIns="0" bIns="0">
            <a:noAutofit/>
          </a:bodyPr>
          <a:lstStyle>
            <a:defPPr algn="l">
              <a:defRPr sz="2850" b="1">
                <a:solidFill>
                  <a:srgbClr val="990B22"/>
                </a:solidFill>
                <a:latin typeface="Noto Serif CJK SC"/>
                <a:ea typeface="Noto Serif CJK SC"/>
                <a:cs typeface="Noto Serif CJK SC"/>
              </a:defRPr>
            </a:defPPr>
            <a:lvl1pPr algn="l">
              <a:defRPr sz="2850" b="1">
                <a:solidFill>
                  <a:srgbClr val="990B22"/>
                </a:solidFill>
                <a:latin typeface="Noto Serif CJK SC"/>
                <a:ea typeface="Noto Serif CJK SC"/>
                <a:cs typeface="Noto Serif CJK SC"/>
              </a:defRPr>
            </a:lvl1pPr>
            <a:lvl2pPr algn="l">
              <a:defRPr sz="2850" b="1">
                <a:solidFill>
                  <a:srgbClr val="990B22"/>
                </a:solidFill>
                <a:latin typeface="Noto Serif CJK SC"/>
                <a:ea typeface="Noto Serif CJK SC"/>
                <a:cs typeface="Noto Serif CJK SC"/>
              </a:defRPr>
            </a:lvl2pPr>
            <a:lvl3pPr algn="l">
              <a:defRPr sz="2850" b="1">
                <a:solidFill>
                  <a:srgbClr val="990B22"/>
                </a:solidFill>
                <a:latin typeface="Noto Serif CJK SC"/>
                <a:ea typeface="Noto Serif CJK SC"/>
                <a:cs typeface="Noto Serif CJK SC"/>
              </a:defRPr>
            </a:lvl3pPr>
            <a:lvl4pPr algn="l">
              <a:defRPr sz="2850" b="1">
                <a:solidFill>
                  <a:srgbClr val="990B22"/>
                </a:solidFill>
                <a:latin typeface="Noto Serif CJK SC"/>
                <a:ea typeface="Noto Serif CJK SC"/>
                <a:cs typeface="Noto Serif CJK SC"/>
              </a:defRPr>
            </a:lvl4pPr>
            <a:lvl5pPr algn="l">
              <a:defRPr sz="2850" b="1">
                <a:solidFill>
                  <a:srgbClr val="990B22"/>
                </a:solidFill>
                <a:latin typeface="Noto Serif CJK SC"/>
                <a:ea typeface="Noto Serif CJK SC"/>
                <a:cs typeface="Noto Serif CJK SC"/>
              </a:defRPr>
            </a:lvl5pPr>
            <a:lvl6pPr algn="l">
              <a:defRPr sz="2850" b="1">
                <a:solidFill>
                  <a:srgbClr val="990B22"/>
                </a:solidFill>
                <a:latin typeface="Noto Serif CJK SC"/>
                <a:ea typeface="Noto Serif CJK SC"/>
                <a:cs typeface="Noto Serif CJK SC"/>
              </a:defRPr>
            </a:lvl6pPr>
            <a:lvl7pPr algn="l">
              <a:defRPr sz="2850" b="1">
                <a:solidFill>
                  <a:srgbClr val="990B22"/>
                </a:solidFill>
                <a:latin typeface="Noto Serif CJK SC"/>
                <a:ea typeface="Noto Serif CJK SC"/>
                <a:cs typeface="Noto Serif CJK SC"/>
              </a:defRPr>
            </a:lvl7pPr>
            <a:lvl8pPr algn="l">
              <a:defRPr sz="2850" b="1">
                <a:solidFill>
                  <a:srgbClr val="990B22"/>
                </a:solidFill>
                <a:latin typeface="Noto Serif CJK SC"/>
                <a:ea typeface="Noto Serif CJK SC"/>
                <a:cs typeface="Noto Serif CJK SC"/>
              </a:defRPr>
            </a:lvl8pPr>
            <a:lvl9pPr algn="l">
              <a:defRPr sz="2850" b="1">
                <a:solidFill>
                  <a:srgbClr val="990B22"/>
                </a:solidFill>
                <a:latin typeface="Noto Serif CJK SC"/>
                <a:ea typeface="Noto Serif CJK SC"/>
                <a:cs typeface="Noto Serif CJK SC"/>
              </a:defRPr>
            </a:lvl9pPr>
          </a:lstStyle>
          <a:p>
            <a:pPr algn="l">
              <a:lnSpc>
                <a:spcPct val="112000"/>
              </a:lnSpc>
              <a:buNone/>
              <a:defRPr sz="2850" b="1">
                <a:solidFill>
                  <a:srgbClr val="990B22"/>
                </a:solidFill>
                <a:latin typeface="Noto Serif CJK SC"/>
                <a:ea typeface="Noto Serif CJK SC"/>
                <a:cs typeface="Noto Serif CJK SC"/>
              </a:defRPr>
            </a:pPr>
            <a:r>
              <a:rPr sz="2565" b="1">
                <a:solidFill>
                  <a:srgbClr val="990B22"/>
                </a:solidFill>
                <a:latin typeface="Noto Serif CJK SC"/>
                <a:ea typeface="Noto Serif CJK SC"/>
                <a:cs typeface="Noto Serif CJK SC"/>
              </a:rPr>
              <a:t>地方权力</a:t>
            </a:r>
            <a:endParaRPr sz="2565" b="1">
              <a:solidFill>
                <a:srgbClr val="990B22"/>
              </a:solidFill>
              <a:latin typeface="Noto Serif CJK SC"/>
              <a:ea typeface="Noto Serif CJK SC"/>
              <a:cs typeface="Noto Serif CJK SC"/>
            </a:endParaRPr>
          </a:p>
        </p:txBody>
      </p:sp>
      <p:sp>
        <p:nvSpPr>
          <p:cNvPr id="17" name="text-16"/>
          <p:cNvSpPr>
            <a:spLocks noGrp="1"/>
          </p:cNvSpPr>
          <p:nvPr/>
        </p:nvSpPr>
        <p:spPr>
          <a:xfrm>
            <a:off x="5266639" y="4695825"/>
            <a:ext cx="2615184" cy="571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l">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中央与地方的政治关系</a:t>
            </a:r>
            <a:endParaRPr sz="1820" b="0">
              <a:solidFill>
                <a:srgbClr val="333333"/>
              </a:solidFill>
              <a:latin typeface="Noto Serif CJK SC"/>
              <a:ea typeface="Noto Serif CJK SC"/>
              <a:cs typeface="Noto Serif CJK SC"/>
            </a:endParaRPr>
          </a:p>
        </p:txBody>
      </p:sp>
      <p:sp>
        <p:nvSpPr>
          <p:cNvPr id="18" name="frame-17"/>
          <p:cNvSpPr>
            <a:spLocks noGrp="1"/>
          </p:cNvSpPr>
          <p:nvPr/>
        </p:nvSpPr>
        <p:spPr>
          <a:xfrm>
            <a:off x="8384743" y="3600450"/>
            <a:ext cx="2983992" cy="1828800"/>
          </a:xfrm>
          <a:prstGeom prst="roundRect">
            <a:avLst>
              <a:gd name="adj" fmla="val 4167"/>
            </a:avLst>
          </a:prstGeom>
          <a:solidFill>
            <a:srgbClr val="F8EEF0"/>
          </a:solidFill>
          <a:ln w="28575">
            <a:solidFill>
              <a:srgbClr val="990B22"/>
            </a:solidFill>
            <a:prstDash val="solid"/>
          </a:ln>
        </p:spPr>
        <p:txBody>
          <a:bodyPr lIns="80467" rIns="80467"/>
          <a:p>
            <a:endParaRPr>
              <a:latin typeface="Noto Serif CJK SC"/>
              <a:ea typeface="Noto Serif CJK SC"/>
            </a:endParaRPr>
          </a:p>
        </p:txBody>
      </p:sp>
      <p:sp>
        <p:nvSpPr>
          <p:cNvPr id="19" name="frame-18"/>
          <p:cNvSpPr>
            <a:spLocks noGrp="1"/>
          </p:cNvSpPr>
          <p:nvPr/>
        </p:nvSpPr>
        <p:spPr>
          <a:xfrm>
            <a:off x="8384743" y="3600450"/>
            <a:ext cx="2983992" cy="6667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20" name="text-19"/>
          <p:cNvSpPr>
            <a:spLocks noGrp="1"/>
          </p:cNvSpPr>
          <p:nvPr/>
        </p:nvSpPr>
        <p:spPr>
          <a:xfrm>
            <a:off x="8569147" y="3886200"/>
            <a:ext cx="2615184" cy="571500"/>
          </a:xfrm>
          <a:prstGeom prst="rect">
            <a:avLst/>
          </a:prstGeom>
          <a:noFill/>
          <a:ln w="0">
            <a:noFill/>
            <a:prstDash val="solid"/>
          </a:ln>
        </p:spPr>
        <p:txBody>
          <a:bodyPr wrap="square" lIns="0" tIns="0" rIns="0" bIns="0">
            <a:noAutofit/>
          </a:bodyPr>
          <a:lstStyle>
            <a:defPPr algn="l">
              <a:defRPr sz="2850" b="1">
                <a:solidFill>
                  <a:srgbClr val="990B22"/>
                </a:solidFill>
                <a:latin typeface="Noto Serif CJK SC"/>
                <a:ea typeface="Noto Serif CJK SC"/>
                <a:cs typeface="Noto Serif CJK SC"/>
              </a:defRPr>
            </a:defPPr>
            <a:lvl1pPr algn="l">
              <a:defRPr sz="2850" b="1">
                <a:solidFill>
                  <a:srgbClr val="990B22"/>
                </a:solidFill>
                <a:latin typeface="Noto Serif CJK SC"/>
                <a:ea typeface="Noto Serif CJK SC"/>
                <a:cs typeface="Noto Serif CJK SC"/>
              </a:defRPr>
            </a:lvl1pPr>
            <a:lvl2pPr algn="l">
              <a:defRPr sz="2850" b="1">
                <a:solidFill>
                  <a:srgbClr val="990B22"/>
                </a:solidFill>
                <a:latin typeface="Noto Serif CJK SC"/>
                <a:ea typeface="Noto Serif CJK SC"/>
                <a:cs typeface="Noto Serif CJK SC"/>
              </a:defRPr>
            </a:lvl2pPr>
            <a:lvl3pPr algn="l">
              <a:defRPr sz="2850" b="1">
                <a:solidFill>
                  <a:srgbClr val="990B22"/>
                </a:solidFill>
                <a:latin typeface="Noto Serif CJK SC"/>
                <a:ea typeface="Noto Serif CJK SC"/>
                <a:cs typeface="Noto Serif CJK SC"/>
              </a:defRPr>
            </a:lvl3pPr>
            <a:lvl4pPr algn="l">
              <a:defRPr sz="2850" b="1">
                <a:solidFill>
                  <a:srgbClr val="990B22"/>
                </a:solidFill>
                <a:latin typeface="Noto Serif CJK SC"/>
                <a:ea typeface="Noto Serif CJK SC"/>
                <a:cs typeface="Noto Serif CJK SC"/>
              </a:defRPr>
            </a:lvl4pPr>
            <a:lvl5pPr algn="l">
              <a:defRPr sz="2850" b="1">
                <a:solidFill>
                  <a:srgbClr val="990B22"/>
                </a:solidFill>
                <a:latin typeface="Noto Serif CJK SC"/>
                <a:ea typeface="Noto Serif CJK SC"/>
                <a:cs typeface="Noto Serif CJK SC"/>
              </a:defRPr>
            </a:lvl5pPr>
            <a:lvl6pPr algn="l">
              <a:defRPr sz="2850" b="1">
                <a:solidFill>
                  <a:srgbClr val="990B22"/>
                </a:solidFill>
                <a:latin typeface="Noto Serif CJK SC"/>
                <a:ea typeface="Noto Serif CJK SC"/>
                <a:cs typeface="Noto Serif CJK SC"/>
              </a:defRPr>
            </a:lvl6pPr>
            <a:lvl7pPr algn="l">
              <a:defRPr sz="2850" b="1">
                <a:solidFill>
                  <a:srgbClr val="990B22"/>
                </a:solidFill>
                <a:latin typeface="Noto Serif CJK SC"/>
                <a:ea typeface="Noto Serif CJK SC"/>
                <a:cs typeface="Noto Serif CJK SC"/>
              </a:defRPr>
            </a:lvl7pPr>
            <a:lvl8pPr algn="l">
              <a:defRPr sz="2850" b="1">
                <a:solidFill>
                  <a:srgbClr val="990B22"/>
                </a:solidFill>
                <a:latin typeface="Noto Serif CJK SC"/>
                <a:ea typeface="Noto Serif CJK SC"/>
                <a:cs typeface="Noto Serif CJK SC"/>
              </a:defRPr>
            </a:lvl8pPr>
            <a:lvl9pPr algn="l">
              <a:defRPr sz="2850" b="1">
                <a:solidFill>
                  <a:srgbClr val="990B22"/>
                </a:solidFill>
                <a:latin typeface="Noto Serif CJK SC"/>
                <a:ea typeface="Noto Serif CJK SC"/>
                <a:cs typeface="Noto Serif CJK SC"/>
              </a:defRPr>
            </a:lvl9pPr>
          </a:lstStyle>
          <a:p>
            <a:pPr algn="l">
              <a:lnSpc>
                <a:spcPct val="112000"/>
              </a:lnSpc>
              <a:buNone/>
              <a:defRPr sz="2850" b="1">
                <a:solidFill>
                  <a:srgbClr val="990B22"/>
                </a:solidFill>
                <a:latin typeface="Noto Serif CJK SC"/>
                <a:ea typeface="Noto Serif CJK SC"/>
                <a:cs typeface="Noto Serif CJK SC"/>
              </a:defRPr>
            </a:pPr>
            <a:r>
              <a:rPr sz="2565" b="1">
                <a:solidFill>
                  <a:srgbClr val="990B22"/>
                </a:solidFill>
                <a:latin typeface="Noto Serif CJK SC"/>
                <a:ea typeface="Noto Serif CJK SC"/>
                <a:cs typeface="Noto Serif CJK SC"/>
              </a:rPr>
              <a:t>民众参与</a:t>
            </a:r>
            <a:endParaRPr sz="2565" b="1">
              <a:solidFill>
                <a:srgbClr val="990B22"/>
              </a:solidFill>
              <a:latin typeface="Noto Serif CJK SC"/>
              <a:ea typeface="Noto Serif CJK SC"/>
              <a:cs typeface="Noto Serif CJK SC"/>
            </a:endParaRPr>
          </a:p>
        </p:txBody>
      </p:sp>
      <p:sp>
        <p:nvSpPr>
          <p:cNvPr id="21" name="text-20"/>
          <p:cNvSpPr>
            <a:spLocks noGrp="1"/>
          </p:cNvSpPr>
          <p:nvPr/>
        </p:nvSpPr>
        <p:spPr>
          <a:xfrm>
            <a:off x="8569147" y="4695825"/>
            <a:ext cx="2615184" cy="571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l">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地方利益与社会行动</a:t>
            </a:r>
            <a:endParaRPr sz="1820" b="0">
              <a:solidFill>
                <a:srgbClr val="333333"/>
              </a:solidFill>
              <a:latin typeface="Noto Serif CJK SC"/>
              <a:ea typeface="Noto Serif CJK SC"/>
              <a:cs typeface="Noto Serif CJK SC"/>
            </a:endParaRPr>
          </a:p>
        </p:txBody>
      </p:sp>
      <p:sp>
        <p:nvSpPr>
          <p:cNvPr id="22" name="text-21"/>
          <p:cNvSpPr>
            <a:spLocks noGrp="1"/>
          </p:cNvSpPr>
          <p:nvPr/>
        </p:nvSpPr>
        <p:spPr>
          <a:xfrm>
            <a:off x="1821637" y="5819775"/>
            <a:ext cx="9639300" cy="409575"/>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外部压力、地方权力与民众参与共同构成本次研读的观察视角。</a:t>
            </a:r>
            <a:endParaRPr sz="1890" b="0">
              <a:solidFill>
                <a:srgbClr val="333333"/>
              </a:solidFill>
              <a:latin typeface="Noto Serif CJK SC"/>
              <a:ea typeface="Noto Serif CJK SC"/>
              <a:cs typeface="Noto Serif CJK SC"/>
            </a:endParaRPr>
          </a:p>
        </p:txBody>
      </p:sp>
      <p:sp>
        <p:nvSpPr>
          <p:cNvPr id="23" name="Rectangle 22"/>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Rectangle 25"/>
          <p:cNvSpPr/>
          <p:nvPr/>
        </p:nvSpPr>
        <p:spPr>
          <a:xfrm>
            <a:off x="0" y="278892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7" name="TextBox 26"/>
          <p:cNvSpPr txBox="1"/>
          <p:nvPr/>
        </p:nvSpPr>
        <p:spPr>
          <a:xfrm>
            <a:off x="109728" y="2926079"/>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srgbClr val="990B22"/>
                </a:solidFill>
                <a:latin typeface="Noto Serif CJK SC"/>
                <a:ea typeface="Noto Serif CJK SC"/>
                <a:cs typeface="Noto Serif CJK SC"/>
              </a:rPr>
              <a:t>研读导论</a:t>
            </a:r>
            <a:endParaRPr>
              <a:latin typeface="Noto Serif CJK SC"/>
              <a:ea typeface="Noto Serif CJK SC"/>
            </a:endParaRPr>
          </a:p>
        </p:txBody>
      </p:sp>
      <p:sp>
        <p:nvSpPr>
          <p:cNvPr id="28" name="Rectangle 27"/>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Rectangle 28"/>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0"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边疆</a:t>
            </a:r>
            <a:r>
              <a:rPr lang="zh-CN" sz="1500" b="0">
                <a:solidFill>
                  <a:srgbClr val="FFFFFF"/>
                </a:solidFill>
                <a:latin typeface="Noto Serif CJK SC"/>
                <a:ea typeface="Noto Serif CJK SC"/>
                <a:cs typeface="Noto Serif CJK SC"/>
              </a:rPr>
              <a:t>形势</a:t>
            </a:r>
            <a:endParaRPr lang="en-US">
              <a:latin typeface="Noto Serif CJK SC"/>
              <a:ea typeface="Noto Serif CJK SC"/>
            </a:endParaRPr>
          </a:p>
        </p:txBody>
      </p:sp>
      <p:sp>
        <p:nvSpPr>
          <p:cNvPr id="31" name="Rectangle 30"/>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2" name="Rectangle 31"/>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TextBox 32"/>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endParaRPr>
              <a:latin typeface="Noto Serif CJK SC"/>
              <a:ea typeface="Noto Serif CJK SC"/>
            </a:endParaRPr>
          </a:p>
        </p:txBody>
      </p:sp>
      <p:sp>
        <p:nvSpPr>
          <p:cNvPr id="34" name="Rectangle 33"/>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Rectangle 34"/>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6" name="TextBox 35"/>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民族政策</a:t>
            </a:r>
            <a:endParaRPr>
              <a:latin typeface="Noto Serif CJK SC"/>
              <a:ea typeface="Noto Serif CJK SC"/>
            </a:endParaRPr>
          </a:p>
        </p:txBody>
      </p:sp>
      <p:sp>
        <p:nvSpPr>
          <p:cNvPr id="37" name="Rectangle 36"/>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8" name="Rectangle 37"/>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9"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学习总结</a:t>
            </a:r>
            <a:endParaRPr lang="zh-CN">
              <a:latin typeface="Noto Serif CJK SC"/>
              <a:ea typeface="Noto Serif CJK SC"/>
            </a:endParaRPr>
          </a:p>
        </p:txBody>
      </p:sp>
      <p:sp>
        <p:nvSpPr>
          <p:cNvPr id="40" name="Rectangle 39"/>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1" name="TextBox 40"/>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42" name="Rectangle 41"/>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3" name="Rectangle 42"/>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4" name="TextBox 43"/>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02</a:t>
            </a:r>
            <a:endParaRPr>
              <a:latin typeface="Noto Serif CJK SC"/>
              <a:ea typeface="Noto Serif CJK SC"/>
            </a:endParaRPr>
          </a:p>
        </p:txBody>
      </p:sp>
      <p:sp>
        <p:nvSpPr>
          <p:cNvPr id="4" name="TextBox 19"/>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5" name="TextBox 20"/>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2" name="图片 21" descr="朱线远山学术留白"/>
          <p:cNvPicPr>
            <a:picLocks noChangeAspect="1"/>
          </p:cNvPicPr>
          <p:nvPr/>
        </p:nvPicPr>
        <p:blipFill>
          <a:blip r:embed="rId1"/>
          <a:stretch>
            <a:fillRect/>
          </a:stretch>
        </p:blipFill>
        <p:spPr>
          <a:xfrm>
            <a:off x="-24130" y="44450"/>
            <a:ext cx="12185015" cy="6858000"/>
          </a:xfrm>
          <a:prstGeom prst="rect">
            <a:avLst/>
          </a:prstGeom>
        </p:spPr>
      </p:pic>
      <p:sp>
        <p:nvSpPr>
          <p:cNvPr id="2" name="Rectangle 1"/>
          <p:cNvSpPr/>
          <p:nvPr/>
        </p:nvSpPr>
        <p:spPr>
          <a:xfrm>
            <a:off x="1325880" y="0"/>
            <a:ext cx="2514600" cy="233172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00200" y="411480"/>
            <a:ext cx="1965960" cy="822960"/>
          </a:xfrm>
          <a:prstGeom prst="rect">
            <a:avLst/>
          </a:prstGeom>
          <a:noFill/>
        </p:spPr>
        <p:txBody>
          <a:bodyPr wrap="square" lIns="18288" tIns="0" rIns="18288" bIns="0">
            <a:spAutoFit/>
          </a:bodyPr>
          <a:lstStyle/>
          <a:p>
            <a:pPr algn="ctr">
              <a:defRPr sz="4500" b="1">
                <a:solidFill>
                  <a:srgbClr val="FFFFFF"/>
                </a:solidFill>
                <a:latin typeface="Noto Serif CJK SC"/>
              </a:defRPr>
            </a:pPr>
            <a:r>
              <a:rPr sz="4500" b="1">
                <a:solidFill>
                  <a:srgbClr val="FFFFFF"/>
                </a:solidFill>
                <a:latin typeface="Noto Serif CJK SC"/>
                <a:ea typeface="Noto Serif CJK SC"/>
                <a:cs typeface="Noto Serif CJK SC"/>
              </a:rPr>
              <a:t>目录</a:t>
            </a:r>
          </a:p>
        </p:txBody>
      </p:sp>
      <p:sp>
        <p:nvSpPr>
          <p:cNvPr id="4" name="TextBox 3"/>
          <p:cNvSpPr txBox="1"/>
          <p:nvPr/>
        </p:nvSpPr>
        <p:spPr>
          <a:xfrm>
            <a:off x="1600200" y="1389888"/>
            <a:ext cx="1965960" cy="365760"/>
          </a:xfrm>
          <a:prstGeom prst="rect">
            <a:avLst/>
          </a:prstGeom>
          <a:noFill/>
        </p:spPr>
        <p:txBody>
          <a:bodyPr wrap="square" lIns="18288" tIns="0" rIns="18288" bIns="0">
            <a:spAutoFit/>
          </a:bodyPr>
          <a:lstStyle/>
          <a:p>
            <a:pPr algn="ctr">
              <a:defRPr sz="2100" b="0">
                <a:solidFill>
                  <a:srgbClr val="FFFFFF"/>
                </a:solidFill>
                <a:latin typeface="Noto Serif CJK SC"/>
              </a:defRPr>
            </a:pPr>
            <a:r>
              <a:rPr sz="2100" b="0">
                <a:solidFill>
                  <a:srgbClr val="FFFFFF"/>
                </a:solidFill>
                <a:latin typeface="Noto Serif CJK SC"/>
                <a:ea typeface="Noto Serif CJK SC"/>
                <a:cs typeface="Noto Serif CJK SC"/>
              </a:rPr>
              <a:t>CONTENTS</a:t>
            </a:r>
          </a:p>
        </p:txBody>
      </p:sp>
      <p:sp>
        <p:nvSpPr>
          <p:cNvPr id="5" name="Rectangle 4"/>
          <p:cNvSpPr/>
          <p:nvPr/>
        </p:nvSpPr>
        <p:spPr>
          <a:xfrm>
            <a:off x="1325880" y="1984248"/>
            <a:ext cx="2514600" cy="228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325880" y="2103120"/>
            <a:ext cx="2514600" cy="228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25880" y="2788920"/>
            <a:ext cx="9601200" cy="3337560"/>
          </a:xfrm>
          <a:prstGeom prst="rect">
            <a:avLst/>
          </a:prstGeom>
          <a:solidFill>
            <a:srgbClr val="FFFFFF"/>
          </a:solidFill>
          <a:ln w="12700">
            <a:solidFill>
              <a:srgbClr val="990B2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0" name="TextBox 9"/>
          <p:cNvSpPr txBox="1"/>
          <p:nvPr>
            <p:custDataLst>
              <p:tags r:id="rId2"/>
            </p:custDataLst>
          </p:nvPr>
        </p:nvSpPr>
        <p:spPr>
          <a:xfrm>
            <a:off x="1920240" y="3291840"/>
            <a:ext cx="594360" cy="548640"/>
          </a:xfrm>
          <a:prstGeom prst="rect">
            <a:avLst/>
          </a:prstGeom>
          <a:noFill/>
        </p:spPr>
        <p:txBody>
          <a:bodyPr wrap="square" lIns="18288" tIns="0" rIns="18288" bIns="0">
            <a:spAutoFit/>
          </a:bodyPr>
          <a:lstStyle/>
          <a:p>
            <a:pPr algn="l">
              <a:defRPr sz="2900" b="1">
                <a:solidFill>
                  <a:srgbClr val="990B22"/>
                </a:solidFill>
                <a:latin typeface="Noto Serif CJK SC"/>
              </a:defRPr>
            </a:pPr>
            <a:r>
              <a:rPr sz="2900" b="1">
                <a:solidFill>
                  <a:srgbClr val="990B22"/>
                </a:solidFill>
                <a:latin typeface="Noto Serif CJK SC"/>
                <a:ea typeface="Noto Serif CJK SC"/>
                <a:cs typeface="Noto Serif CJK SC"/>
              </a:rPr>
              <a:t>01</a:t>
            </a:r>
            <a:endParaRPr>
              <a:latin typeface="Noto Serif CJK SC"/>
              <a:ea typeface="Noto Serif CJK SC"/>
            </a:endParaRPr>
          </a:p>
        </p:txBody>
      </p:sp>
      <p:sp>
        <p:nvSpPr>
          <p:cNvPr id="11" name="TextBox 10"/>
          <p:cNvSpPr txBox="1"/>
          <p:nvPr>
            <p:custDataLst>
              <p:tags r:id="rId3"/>
            </p:custDataLst>
          </p:nvPr>
        </p:nvSpPr>
        <p:spPr>
          <a:xfrm>
            <a:off x="2697480" y="3319272"/>
            <a:ext cx="3291840" cy="368935"/>
          </a:xfrm>
          <a:prstGeom prst="rect">
            <a:avLst/>
          </a:prstGeom>
          <a:noFill/>
        </p:spPr>
        <p:txBody>
          <a:bodyPr wrap="square" lIns="18288" tIns="0" rIns="18288" bIns="0">
            <a:spAutoFit/>
          </a:bodyPr>
          <a:lstStyle/>
          <a:p>
            <a:pPr algn="l">
              <a:defRPr sz="2400" b="1">
                <a:solidFill>
                  <a:srgbClr val="990B22"/>
                </a:solidFill>
                <a:latin typeface="Noto Serif CJK SC"/>
              </a:defRPr>
            </a:pPr>
            <a:r>
              <a:rPr sz="2400" b="1">
                <a:solidFill>
                  <a:srgbClr val="990B22"/>
                </a:solidFill>
                <a:latin typeface="Noto Serif CJK SC"/>
                <a:ea typeface="Noto Serif CJK SC"/>
                <a:cs typeface="Noto Serif CJK SC"/>
              </a:rPr>
              <a:t>边疆</a:t>
            </a:r>
            <a:r>
              <a:rPr lang="zh-CN" sz="2400" b="1">
                <a:solidFill>
                  <a:srgbClr val="990B22"/>
                </a:solidFill>
                <a:latin typeface="Noto Serif CJK SC"/>
                <a:ea typeface="Noto Serif CJK SC"/>
                <a:cs typeface="Noto Serif CJK SC"/>
              </a:rPr>
              <a:t>形势</a:t>
            </a:r>
            <a:endParaRPr lang="zh-CN">
              <a:latin typeface="Noto Serif CJK SC"/>
              <a:ea typeface="Noto Serif CJK SC"/>
            </a:endParaRPr>
          </a:p>
        </p:txBody>
      </p:sp>
      <p:sp>
        <p:nvSpPr>
          <p:cNvPr id="12" name="TextBox 11"/>
          <p:cNvSpPr txBox="1"/>
          <p:nvPr>
            <p:custDataLst>
              <p:tags r:id="rId4"/>
            </p:custDataLst>
          </p:nvPr>
        </p:nvSpPr>
        <p:spPr>
          <a:xfrm>
            <a:off x="2697480" y="3877056"/>
            <a:ext cx="3383280" cy="365760"/>
          </a:xfrm>
          <a:prstGeom prst="rect">
            <a:avLst/>
          </a:prstGeom>
          <a:noFill/>
        </p:spPr>
        <p:txBody>
          <a:bodyPr wrap="square" lIns="18288" tIns="0" rIns="18288" bIns="0">
            <a:spAutoFit/>
          </a:bodyPr>
          <a:lstStyle/>
          <a:p>
            <a:pPr algn="l">
              <a:defRPr sz="1500" b="0">
                <a:solidFill>
                  <a:srgbClr val="777777"/>
                </a:solidFill>
                <a:latin typeface="Noto Serif CJK SC"/>
              </a:defRPr>
            </a:pPr>
            <a:r>
              <a:rPr sz="1500" b="0">
                <a:solidFill>
                  <a:srgbClr val="777777"/>
                </a:solidFill>
                <a:latin typeface="Noto Serif CJK SC"/>
                <a:ea typeface="Noto Serif CJK SC"/>
                <a:cs typeface="Noto Serif CJK SC"/>
              </a:rPr>
              <a:t>不同区域的压力与回应</a:t>
            </a:r>
            <a:endParaRPr>
              <a:latin typeface="Noto Serif CJK SC"/>
              <a:ea typeface="Noto Serif CJK SC"/>
            </a:endParaRPr>
          </a:p>
        </p:txBody>
      </p:sp>
      <p:sp>
        <p:nvSpPr>
          <p:cNvPr id="13" name="TextBox 12"/>
          <p:cNvSpPr txBox="1"/>
          <p:nvPr>
            <p:custDataLst>
              <p:tags r:id="rId5"/>
            </p:custDataLst>
          </p:nvPr>
        </p:nvSpPr>
        <p:spPr>
          <a:xfrm>
            <a:off x="6492240" y="3291840"/>
            <a:ext cx="594360" cy="548640"/>
          </a:xfrm>
          <a:prstGeom prst="rect">
            <a:avLst/>
          </a:prstGeom>
          <a:noFill/>
        </p:spPr>
        <p:txBody>
          <a:bodyPr wrap="square" lIns="18288" tIns="0" rIns="18288" bIns="0">
            <a:spAutoFit/>
          </a:bodyPr>
          <a:lstStyle/>
          <a:p>
            <a:pPr algn="l">
              <a:defRPr sz="2900" b="1">
                <a:solidFill>
                  <a:srgbClr val="990B22"/>
                </a:solidFill>
                <a:latin typeface="Noto Serif CJK SC"/>
              </a:defRPr>
            </a:pPr>
            <a:r>
              <a:rPr sz="2900" b="1">
                <a:solidFill>
                  <a:srgbClr val="990B22"/>
                </a:solidFill>
                <a:latin typeface="Noto Serif CJK SC"/>
                <a:ea typeface="Noto Serif CJK SC"/>
                <a:cs typeface="Noto Serif CJK SC"/>
              </a:rPr>
              <a:t>02</a:t>
            </a:r>
            <a:endParaRPr>
              <a:latin typeface="Noto Serif CJK SC"/>
              <a:ea typeface="Noto Serif CJK SC"/>
            </a:endParaRPr>
          </a:p>
        </p:txBody>
      </p:sp>
      <p:sp>
        <p:nvSpPr>
          <p:cNvPr id="14" name="TextBox 13"/>
          <p:cNvSpPr txBox="1"/>
          <p:nvPr>
            <p:custDataLst>
              <p:tags r:id="rId6"/>
            </p:custDataLst>
          </p:nvPr>
        </p:nvSpPr>
        <p:spPr>
          <a:xfrm>
            <a:off x="7269479" y="3319272"/>
            <a:ext cx="3291840" cy="457200"/>
          </a:xfrm>
          <a:prstGeom prst="rect">
            <a:avLst/>
          </a:prstGeom>
          <a:noFill/>
        </p:spPr>
        <p:txBody>
          <a:bodyPr wrap="square" lIns="18288" tIns="0" rIns="18288" bIns="0">
            <a:spAutoFit/>
          </a:bodyPr>
          <a:lstStyle/>
          <a:p>
            <a:pPr algn="l">
              <a:defRPr sz="2400" b="1">
                <a:solidFill>
                  <a:srgbClr val="990B22"/>
                </a:solidFill>
                <a:latin typeface="Noto Serif CJK SC"/>
              </a:defRPr>
            </a:pPr>
            <a:r>
              <a:rPr sz="2400" b="1">
                <a:solidFill>
                  <a:srgbClr val="990B22"/>
                </a:solidFill>
                <a:latin typeface="Noto Serif CJK SC"/>
                <a:ea typeface="Noto Serif CJK SC"/>
                <a:cs typeface="Noto Serif CJK SC"/>
              </a:rPr>
              <a:t>边政研究</a:t>
            </a:r>
            <a:endParaRPr>
              <a:latin typeface="Noto Serif CJK SC"/>
              <a:ea typeface="Noto Serif CJK SC"/>
            </a:endParaRPr>
          </a:p>
        </p:txBody>
      </p:sp>
      <p:sp>
        <p:nvSpPr>
          <p:cNvPr id="15" name="TextBox 14"/>
          <p:cNvSpPr txBox="1"/>
          <p:nvPr>
            <p:custDataLst>
              <p:tags r:id="rId7"/>
            </p:custDataLst>
          </p:nvPr>
        </p:nvSpPr>
        <p:spPr>
          <a:xfrm>
            <a:off x="7269479" y="3877056"/>
            <a:ext cx="3383280" cy="365760"/>
          </a:xfrm>
          <a:prstGeom prst="rect">
            <a:avLst/>
          </a:prstGeom>
          <a:noFill/>
        </p:spPr>
        <p:txBody>
          <a:bodyPr wrap="square" lIns="18288" tIns="0" rIns="18288" bIns="0">
            <a:spAutoFit/>
          </a:bodyPr>
          <a:lstStyle/>
          <a:p>
            <a:pPr algn="l">
              <a:defRPr sz="1500" b="0">
                <a:solidFill>
                  <a:srgbClr val="777777"/>
                </a:solidFill>
                <a:latin typeface="Noto Serif CJK SC"/>
              </a:defRPr>
            </a:pPr>
            <a:r>
              <a:rPr sz="1500" b="0">
                <a:solidFill>
                  <a:srgbClr val="777777"/>
                </a:solidFill>
                <a:latin typeface="Noto Serif CJK SC"/>
                <a:ea typeface="Noto Serif CJK SC"/>
                <a:cs typeface="Noto Serif CJK SC"/>
              </a:rPr>
              <a:t>国家如何认识边疆</a:t>
            </a:r>
            <a:endParaRPr>
              <a:latin typeface="Noto Serif CJK SC"/>
              <a:ea typeface="Noto Serif CJK SC"/>
            </a:endParaRPr>
          </a:p>
        </p:txBody>
      </p:sp>
      <p:sp>
        <p:nvSpPr>
          <p:cNvPr id="16" name="TextBox 15"/>
          <p:cNvSpPr txBox="1"/>
          <p:nvPr>
            <p:custDataLst>
              <p:tags r:id="rId8"/>
            </p:custDataLst>
          </p:nvPr>
        </p:nvSpPr>
        <p:spPr>
          <a:xfrm>
            <a:off x="1920240" y="4617720"/>
            <a:ext cx="594360" cy="548640"/>
          </a:xfrm>
          <a:prstGeom prst="rect">
            <a:avLst/>
          </a:prstGeom>
          <a:noFill/>
        </p:spPr>
        <p:txBody>
          <a:bodyPr wrap="square" lIns="18288" tIns="0" rIns="18288" bIns="0">
            <a:spAutoFit/>
          </a:bodyPr>
          <a:lstStyle/>
          <a:p>
            <a:pPr algn="l">
              <a:defRPr sz="2900" b="1">
                <a:solidFill>
                  <a:srgbClr val="990B22"/>
                </a:solidFill>
                <a:latin typeface="Noto Serif CJK SC"/>
              </a:defRPr>
            </a:pPr>
            <a:r>
              <a:rPr sz="2900" b="1">
                <a:solidFill>
                  <a:srgbClr val="990B22"/>
                </a:solidFill>
                <a:latin typeface="Noto Serif CJK SC"/>
                <a:ea typeface="Noto Serif CJK SC"/>
                <a:cs typeface="Noto Serif CJK SC"/>
              </a:rPr>
              <a:t>03</a:t>
            </a:r>
            <a:endParaRPr>
              <a:latin typeface="Noto Serif CJK SC"/>
              <a:ea typeface="Noto Serif CJK SC"/>
            </a:endParaRPr>
          </a:p>
        </p:txBody>
      </p:sp>
      <p:sp>
        <p:nvSpPr>
          <p:cNvPr id="17" name="TextBox 16"/>
          <p:cNvSpPr txBox="1"/>
          <p:nvPr>
            <p:custDataLst>
              <p:tags r:id="rId9"/>
            </p:custDataLst>
          </p:nvPr>
        </p:nvSpPr>
        <p:spPr>
          <a:xfrm>
            <a:off x="2697480" y="4645152"/>
            <a:ext cx="3291840" cy="457200"/>
          </a:xfrm>
          <a:prstGeom prst="rect">
            <a:avLst/>
          </a:prstGeom>
          <a:noFill/>
        </p:spPr>
        <p:txBody>
          <a:bodyPr wrap="square" lIns="18288" tIns="0" rIns="18288" bIns="0">
            <a:spAutoFit/>
          </a:bodyPr>
          <a:lstStyle/>
          <a:p>
            <a:pPr algn="l">
              <a:defRPr sz="2400" b="1">
                <a:solidFill>
                  <a:srgbClr val="990B22"/>
                </a:solidFill>
                <a:latin typeface="Noto Serif CJK SC"/>
              </a:defRPr>
            </a:pPr>
            <a:r>
              <a:rPr sz="2400" b="1">
                <a:solidFill>
                  <a:srgbClr val="990B22"/>
                </a:solidFill>
                <a:latin typeface="Noto Serif CJK SC"/>
                <a:ea typeface="Noto Serif CJK SC"/>
                <a:cs typeface="Noto Serif CJK SC"/>
              </a:rPr>
              <a:t>民族政策</a:t>
            </a:r>
            <a:endParaRPr>
              <a:latin typeface="Noto Serif CJK SC"/>
              <a:ea typeface="Noto Serif CJK SC"/>
            </a:endParaRPr>
          </a:p>
        </p:txBody>
      </p:sp>
      <p:sp>
        <p:nvSpPr>
          <p:cNvPr id="18" name="TextBox 17"/>
          <p:cNvSpPr txBox="1"/>
          <p:nvPr>
            <p:custDataLst>
              <p:tags r:id="rId10"/>
            </p:custDataLst>
          </p:nvPr>
        </p:nvSpPr>
        <p:spPr>
          <a:xfrm>
            <a:off x="2697480" y="5202936"/>
            <a:ext cx="3383280" cy="365760"/>
          </a:xfrm>
          <a:prstGeom prst="rect">
            <a:avLst/>
          </a:prstGeom>
          <a:noFill/>
        </p:spPr>
        <p:txBody>
          <a:bodyPr wrap="square" lIns="18288" tIns="0" rIns="18288" bIns="0">
            <a:spAutoFit/>
          </a:bodyPr>
          <a:lstStyle/>
          <a:p>
            <a:pPr algn="l">
              <a:defRPr sz="1500" b="0">
                <a:solidFill>
                  <a:srgbClr val="777777"/>
                </a:solidFill>
                <a:latin typeface="Noto Serif CJK SC"/>
              </a:defRPr>
            </a:pPr>
            <a:r>
              <a:rPr sz="1500" b="0">
                <a:solidFill>
                  <a:srgbClr val="777777"/>
                </a:solidFill>
                <a:latin typeface="Noto Serif CJK SC"/>
                <a:ea typeface="Noto Serif CJK SC"/>
                <a:cs typeface="Noto Serif CJK SC"/>
              </a:rPr>
              <a:t>革命实践与制度建设</a:t>
            </a:r>
            <a:endParaRPr>
              <a:latin typeface="Noto Serif CJK SC"/>
              <a:ea typeface="Noto Serif CJK SC"/>
            </a:endParaRPr>
          </a:p>
        </p:txBody>
      </p:sp>
      <p:sp>
        <p:nvSpPr>
          <p:cNvPr id="19" name="TextBox 18"/>
          <p:cNvSpPr txBox="1"/>
          <p:nvPr>
            <p:custDataLst>
              <p:tags r:id="rId11"/>
            </p:custDataLst>
          </p:nvPr>
        </p:nvSpPr>
        <p:spPr>
          <a:xfrm>
            <a:off x="6492240" y="4617720"/>
            <a:ext cx="594360" cy="548640"/>
          </a:xfrm>
          <a:prstGeom prst="rect">
            <a:avLst/>
          </a:prstGeom>
          <a:noFill/>
        </p:spPr>
        <p:txBody>
          <a:bodyPr wrap="square" lIns="18288" tIns="0" rIns="18288" bIns="0">
            <a:spAutoFit/>
          </a:bodyPr>
          <a:lstStyle/>
          <a:p>
            <a:pPr algn="l">
              <a:defRPr sz="2900" b="1">
                <a:solidFill>
                  <a:srgbClr val="990B22"/>
                </a:solidFill>
                <a:latin typeface="Noto Serif CJK SC"/>
              </a:defRPr>
            </a:pPr>
            <a:r>
              <a:rPr sz="2900" b="1">
                <a:solidFill>
                  <a:srgbClr val="990B22"/>
                </a:solidFill>
                <a:latin typeface="Noto Serif CJK SC"/>
                <a:ea typeface="Noto Serif CJK SC"/>
                <a:cs typeface="Noto Serif CJK SC"/>
              </a:rPr>
              <a:t>04</a:t>
            </a:r>
            <a:endParaRPr>
              <a:latin typeface="Noto Serif CJK SC"/>
              <a:ea typeface="Noto Serif CJK SC"/>
            </a:endParaRPr>
          </a:p>
        </p:txBody>
      </p:sp>
      <p:sp>
        <p:nvSpPr>
          <p:cNvPr id="20" name="TextBox 19"/>
          <p:cNvSpPr txBox="1"/>
          <p:nvPr>
            <p:custDataLst>
              <p:tags r:id="rId12"/>
            </p:custDataLst>
          </p:nvPr>
        </p:nvSpPr>
        <p:spPr>
          <a:xfrm>
            <a:off x="7269479" y="4645152"/>
            <a:ext cx="3291840" cy="368935"/>
          </a:xfrm>
          <a:prstGeom prst="rect">
            <a:avLst/>
          </a:prstGeom>
          <a:noFill/>
        </p:spPr>
        <p:txBody>
          <a:bodyPr wrap="square" lIns="18288" tIns="0" rIns="18288" bIns="0">
            <a:spAutoFit/>
          </a:bodyPr>
          <a:lstStyle/>
          <a:p>
            <a:pPr algn="l">
              <a:defRPr sz="2400" b="1">
                <a:solidFill>
                  <a:srgbClr val="990B22"/>
                </a:solidFill>
                <a:latin typeface="Noto Serif CJK SC"/>
              </a:defRPr>
            </a:pPr>
            <a:r>
              <a:rPr lang="zh-CN" altLang="en-US" sz="2400" b="1">
                <a:solidFill>
                  <a:srgbClr val="990B22"/>
                </a:solidFill>
                <a:latin typeface="Noto Serif CJK SC"/>
                <a:ea typeface="Noto Serif CJK SC"/>
                <a:cs typeface="Noto Serif CJK SC"/>
              </a:rPr>
              <a:t>学习</a:t>
            </a:r>
            <a:r>
              <a:rPr lang="zh-CN" altLang="en-US" sz="2400" b="1">
                <a:solidFill>
                  <a:srgbClr val="990B22"/>
                </a:solidFill>
                <a:latin typeface="Noto Serif CJK SC"/>
                <a:ea typeface="Noto Serif CJK SC"/>
                <a:cs typeface="Noto Serif CJK SC"/>
              </a:rPr>
              <a:t>总结</a:t>
            </a:r>
            <a:endParaRPr lang="zh-CN" altLang="en-US">
              <a:latin typeface="Noto Serif CJK SC"/>
              <a:ea typeface="Noto Serif CJK SC"/>
            </a:endParaRPr>
          </a:p>
        </p:txBody>
      </p:sp>
      <p:sp>
        <p:nvSpPr>
          <p:cNvPr id="21" name="TextBox 20"/>
          <p:cNvSpPr txBox="1"/>
          <p:nvPr>
            <p:custDataLst>
              <p:tags r:id="rId13"/>
            </p:custDataLst>
          </p:nvPr>
        </p:nvSpPr>
        <p:spPr>
          <a:xfrm>
            <a:off x="7269479" y="5202936"/>
            <a:ext cx="3383280" cy="365760"/>
          </a:xfrm>
          <a:prstGeom prst="rect">
            <a:avLst/>
          </a:prstGeom>
          <a:noFill/>
        </p:spPr>
        <p:txBody>
          <a:bodyPr wrap="square" lIns="18288" tIns="0" rIns="18288" bIns="0">
            <a:spAutoFit/>
          </a:bodyPr>
          <a:lstStyle/>
          <a:p>
            <a:pPr algn="l">
              <a:defRPr sz="1500" b="0">
                <a:solidFill>
                  <a:srgbClr val="777777"/>
                </a:solidFill>
                <a:latin typeface="Noto Serif CJK SC"/>
              </a:defRPr>
            </a:pPr>
            <a:r>
              <a:rPr sz="1500" b="0">
                <a:solidFill>
                  <a:srgbClr val="777777"/>
                </a:solidFill>
                <a:latin typeface="Noto Serif CJK SC"/>
                <a:ea typeface="Noto Serif CJK SC"/>
                <a:cs typeface="Noto Serif CJK SC"/>
              </a:rPr>
              <a:t>解释框架与证据边界</a:t>
            </a:r>
            <a:endParaRPr>
              <a:latin typeface="Noto Serif CJK SC"/>
              <a:ea typeface="Noto Serif CJK SC"/>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图片 1" descr="朱线远山学术留白"/>
          <p:cNvPicPr>
            <a:picLocks noChangeAspect="1"/>
          </p:cNvPicPr>
          <p:nvPr/>
        </p:nvPicPr>
        <p:blipFill>
          <a:blip r:embed="rId1"/>
          <a:stretch>
            <a:fillRect/>
          </a:stretch>
        </p:blipFill>
        <p:spPr>
          <a:xfrm>
            <a:off x="3175" y="0"/>
            <a:ext cx="12185015" cy="6858000"/>
          </a:xfrm>
          <a:prstGeom prst="rect">
            <a:avLst/>
          </a:prstGeom>
        </p:spPr>
      </p:pic>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历史进程的关键节点</a:t>
            </a:r>
            <a:endParaRPr sz="2970" b="1">
              <a:solidFill>
                <a:srgbClr val="990B22"/>
              </a:solidFill>
              <a:latin typeface="Noto Serif CJK SC"/>
              <a:ea typeface="Noto Serif CJK SC"/>
              <a:cs typeface="Noto Serif CJK SC"/>
            </a:endParaRPr>
          </a:p>
        </p:txBody>
      </p:sp>
      <p:sp>
        <p:nvSpPr>
          <p:cNvPr id="7" name="frame-6"/>
          <p:cNvSpPr>
            <a:spLocks noGrp="1"/>
          </p:cNvSpPr>
          <p:nvPr>
            <p:custDataLst>
              <p:tags r:id="rId2"/>
            </p:custDataLst>
          </p:nvPr>
        </p:nvSpPr>
        <p:spPr>
          <a:xfrm>
            <a:off x="1779727" y="2695575"/>
            <a:ext cx="9689592" cy="38100"/>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8" name="text-7"/>
          <p:cNvSpPr>
            <a:spLocks noGrp="1"/>
          </p:cNvSpPr>
          <p:nvPr>
            <p:custDataLst>
              <p:tags r:id="rId3"/>
            </p:custDataLst>
          </p:nvPr>
        </p:nvSpPr>
        <p:spPr>
          <a:xfrm>
            <a:off x="1880311" y="1971675"/>
            <a:ext cx="1575816" cy="619125"/>
          </a:xfrm>
          <a:prstGeom prst="rect">
            <a:avLst/>
          </a:prstGeom>
          <a:noFill/>
          <a:ln w="0">
            <a:noFill/>
            <a:prstDash val="solid"/>
          </a:ln>
        </p:spPr>
        <p:txBody>
          <a:bodyPr wrap="square" lIns="0" tIns="0" rIns="0" bIns="0">
            <a:noAutofit/>
          </a:bodyPr>
          <a:lstStyle>
            <a:defPPr algn="ctr">
              <a:defRPr sz="3525" b="1">
                <a:solidFill>
                  <a:srgbClr val="990B22"/>
                </a:solidFill>
                <a:latin typeface="Noto Serif CJK SC"/>
                <a:ea typeface="Noto Serif CJK SC"/>
                <a:cs typeface="Noto Serif CJK SC"/>
              </a:defRPr>
            </a:defPPr>
            <a:lvl1pPr algn="ctr">
              <a:defRPr sz="3525" b="1">
                <a:solidFill>
                  <a:srgbClr val="990B22"/>
                </a:solidFill>
                <a:latin typeface="Noto Serif CJK SC"/>
                <a:ea typeface="Noto Serif CJK SC"/>
                <a:cs typeface="Noto Serif CJK SC"/>
              </a:defRPr>
            </a:lvl1pPr>
            <a:lvl2pPr algn="ctr">
              <a:defRPr sz="3525" b="1">
                <a:solidFill>
                  <a:srgbClr val="990B22"/>
                </a:solidFill>
                <a:latin typeface="Noto Serif CJK SC"/>
                <a:ea typeface="Noto Serif CJK SC"/>
                <a:cs typeface="Noto Serif CJK SC"/>
              </a:defRPr>
            </a:lvl2pPr>
            <a:lvl3pPr algn="ctr">
              <a:defRPr sz="3525" b="1">
                <a:solidFill>
                  <a:srgbClr val="990B22"/>
                </a:solidFill>
                <a:latin typeface="Noto Serif CJK SC"/>
                <a:ea typeface="Noto Serif CJK SC"/>
                <a:cs typeface="Noto Serif CJK SC"/>
              </a:defRPr>
            </a:lvl3pPr>
            <a:lvl4pPr algn="ctr">
              <a:defRPr sz="3525" b="1">
                <a:solidFill>
                  <a:srgbClr val="990B22"/>
                </a:solidFill>
                <a:latin typeface="Noto Serif CJK SC"/>
                <a:ea typeface="Noto Serif CJK SC"/>
                <a:cs typeface="Noto Serif CJK SC"/>
              </a:defRPr>
            </a:lvl4pPr>
            <a:lvl5pPr algn="ctr">
              <a:defRPr sz="3525" b="1">
                <a:solidFill>
                  <a:srgbClr val="990B22"/>
                </a:solidFill>
                <a:latin typeface="Noto Serif CJK SC"/>
                <a:ea typeface="Noto Serif CJK SC"/>
                <a:cs typeface="Noto Serif CJK SC"/>
              </a:defRPr>
            </a:lvl5pPr>
            <a:lvl6pPr algn="ctr">
              <a:defRPr sz="3525" b="1">
                <a:solidFill>
                  <a:srgbClr val="990B22"/>
                </a:solidFill>
                <a:latin typeface="Noto Serif CJK SC"/>
                <a:ea typeface="Noto Serif CJK SC"/>
                <a:cs typeface="Noto Serif CJK SC"/>
              </a:defRPr>
            </a:lvl6pPr>
            <a:lvl7pPr algn="ctr">
              <a:defRPr sz="3525" b="1">
                <a:solidFill>
                  <a:srgbClr val="990B22"/>
                </a:solidFill>
                <a:latin typeface="Noto Serif CJK SC"/>
                <a:ea typeface="Noto Serif CJK SC"/>
                <a:cs typeface="Noto Serif CJK SC"/>
              </a:defRPr>
            </a:lvl7pPr>
            <a:lvl8pPr algn="ctr">
              <a:defRPr sz="3525" b="1">
                <a:solidFill>
                  <a:srgbClr val="990B22"/>
                </a:solidFill>
                <a:latin typeface="Noto Serif CJK SC"/>
                <a:ea typeface="Noto Serif CJK SC"/>
                <a:cs typeface="Noto Serif CJK SC"/>
              </a:defRPr>
            </a:lvl8pPr>
            <a:lvl9pPr algn="ctr">
              <a:defRPr sz="3525" b="1">
                <a:solidFill>
                  <a:srgbClr val="990B22"/>
                </a:solidFill>
                <a:latin typeface="Noto Serif CJK SC"/>
                <a:ea typeface="Noto Serif CJK SC"/>
                <a:cs typeface="Noto Serif CJK SC"/>
              </a:defRPr>
            </a:lvl9pPr>
          </a:lstStyle>
          <a:p>
            <a:pPr algn="ctr">
              <a:lnSpc>
                <a:spcPct val="112000"/>
              </a:lnSpc>
              <a:buNone/>
              <a:defRPr sz="3525" b="1">
                <a:solidFill>
                  <a:srgbClr val="990B22"/>
                </a:solidFill>
                <a:latin typeface="Noto Serif CJK SC"/>
                <a:ea typeface="Noto Serif CJK SC"/>
                <a:cs typeface="Noto Serif CJK SC"/>
              </a:defRPr>
            </a:pPr>
            <a:r>
              <a:rPr sz="3170" b="1">
                <a:solidFill>
                  <a:srgbClr val="990B22"/>
                </a:solidFill>
                <a:latin typeface="Noto Serif CJK SC"/>
                <a:ea typeface="Noto Serif CJK SC"/>
                <a:cs typeface="Noto Serif CJK SC"/>
              </a:rPr>
              <a:t>1911</a:t>
            </a:r>
            <a:endParaRPr sz="3170" b="1">
              <a:solidFill>
                <a:srgbClr val="990B22"/>
              </a:solidFill>
              <a:latin typeface="Noto Serif CJK SC"/>
              <a:ea typeface="Noto Serif CJK SC"/>
              <a:cs typeface="Noto Serif CJK SC"/>
            </a:endParaRPr>
          </a:p>
        </p:txBody>
      </p:sp>
      <p:sp>
        <p:nvSpPr>
          <p:cNvPr id="9" name="椭圆 8"/>
          <p:cNvSpPr>
            <a:spLocks noGrp="1"/>
          </p:cNvSpPr>
          <p:nvPr>
            <p:custDataLst>
              <p:tags r:id="rId4"/>
            </p:custDataLst>
          </p:nvPr>
        </p:nvSpPr>
        <p:spPr>
          <a:xfrm>
            <a:off x="2576017" y="2609850"/>
            <a:ext cx="184404" cy="209550"/>
          </a:xfrm>
          <a:prstGeom prst="ellipse">
            <a:avLst/>
          </a:prstGeom>
          <a:solidFill>
            <a:srgbClr val="FFFFFF"/>
          </a:solidFill>
          <a:ln w="33338">
            <a:solidFill>
              <a:srgbClr val="990B22"/>
            </a:solidFill>
            <a:prstDash val="solid"/>
          </a:ln>
        </p:spPr>
        <p:txBody>
          <a:bodyPr lIns="80467" rIns="80467"/>
          <a:p>
            <a:endParaRPr>
              <a:latin typeface="Noto Serif CJK SC"/>
              <a:ea typeface="Noto Serif CJK SC"/>
            </a:endParaRPr>
          </a:p>
        </p:txBody>
      </p:sp>
      <p:sp>
        <p:nvSpPr>
          <p:cNvPr id="10" name="frame-9"/>
          <p:cNvSpPr>
            <a:spLocks noGrp="1"/>
          </p:cNvSpPr>
          <p:nvPr>
            <p:custDataLst>
              <p:tags r:id="rId5"/>
            </p:custDataLst>
          </p:nvPr>
        </p:nvSpPr>
        <p:spPr>
          <a:xfrm>
            <a:off x="1779727" y="3038475"/>
            <a:ext cx="1776984" cy="2162175"/>
          </a:xfrm>
          <a:prstGeom prst="roundRect">
            <a:avLst>
              <a:gd name="adj" fmla="val 3774"/>
            </a:avLst>
          </a:prstGeom>
          <a:solidFill>
            <a:srgbClr val="FFFFFF"/>
          </a:solidFill>
          <a:ln w="25718">
            <a:solidFill>
              <a:srgbClr val="990B22"/>
            </a:solidFill>
            <a:prstDash val="solid"/>
          </a:ln>
        </p:spPr>
        <p:txBody>
          <a:bodyPr lIns="80467" rIns="80467"/>
          <a:p>
            <a:endParaRPr>
              <a:latin typeface="Noto Serif CJK SC"/>
              <a:ea typeface="Noto Serif CJK SC"/>
            </a:endParaRPr>
          </a:p>
        </p:txBody>
      </p:sp>
      <p:sp>
        <p:nvSpPr>
          <p:cNvPr id="11" name="frame-10"/>
          <p:cNvSpPr>
            <a:spLocks noGrp="1"/>
          </p:cNvSpPr>
          <p:nvPr>
            <p:custDataLst>
              <p:tags r:id="rId6"/>
            </p:custDataLst>
          </p:nvPr>
        </p:nvSpPr>
        <p:spPr>
          <a:xfrm>
            <a:off x="1779727" y="3038475"/>
            <a:ext cx="1776984" cy="6667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2" name="text-11"/>
          <p:cNvSpPr>
            <a:spLocks noGrp="1"/>
          </p:cNvSpPr>
          <p:nvPr>
            <p:custDataLst>
              <p:tags r:id="rId7"/>
            </p:custDataLst>
          </p:nvPr>
        </p:nvSpPr>
        <p:spPr>
          <a:xfrm>
            <a:off x="1922221" y="3257550"/>
            <a:ext cx="1491996" cy="666750"/>
          </a:xfrm>
          <a:prstGeom prst="rect">
            <a:avLst/>
          </a:prstGeom>
          <a:noFill/>
          <a:ln w="0">
            <a:noFill/>
            <a:prstDash val="solid"/>
          </a:ln>
        </p:spPr>
        <p:txBody>
          <a:bodyPr wrap="square" lIns="0" tIns="0" rIns="0" bIns="0">
            <a:noAutofit/>
          </a:bodyPr>
          <a:lstStyle>
            <a:defPPr algn="l">
              <a:defRPr sz="2175" b="1">
                <a:solidFill>
                  <a:srgbClr val="990B22"/>
                </a:solidFill>
                <a:latin typeface="Noto Serif CJK SC"/>
                <a:ea typeface="Noto Serif CJK SC"/>
                <a:cs typeface="Noto Serif CJK SC"/>
              </a:defRPr>
            </a:defPPr>
            <a:lvl1pPr algn="l">
              <a:defRPr sz="2175" b="1">
                <a:solidFill>
                  <a:srgbClr val="990B22"/>
                </a:solidFill>
                <a:latin typeface="Noto Serif CJK SC"/>
                <a:ea typeface="Noto Serif CJK SC"/>
                <a:cs typeface="Noto Serif CJK SC"/>
              </a:defRPr>
            </a:lvl1pPr>
            <a:lvl2pPr algn="l">
              <a:defRPr sz="2175" b="1">
                <a:solidFill>
                  <a:srgbClr val="990B22"/>
                </a:solidFill>
                <a:latin typeface="Noto Serif CJK SC"/>
                <a:ea typeface="Noto Serif CJK SC"/>
                <a:cs typeface="Noto Serif CJK SC"/>
              </a:defRPr>
            </a:lvl2pPr>
            <a:lvl3pPr algn="l">
              <a:defRPr sz="2175" b="1">
                <a:solidFill>
                  <a:srgbClr val="990B22"/>
                </a:solidFill>
                <a:latin typeface="Noto Serif CJK SC"/>
                <a:ea typeface="Noto Serif CJK SC"/>
                <a:cs typeface="Noto Serif CJK SC"/>
              </a:defRPr>
            </a:lvl3pPr>
            <a:lvl4pPr algn="l">
              <a:defRPr sz="2175" b="1">
                <a:solidFill>
                  <a:srgbClr val="990B22"/>
                </a:solidFill>
                <a:latin typeface="Noto Serif CJK SC"/>
                <a:ea typeface="Noto Serif CJK SC"/>
                <a:cs typeface="Noto Serif CJK SC"/>
              </a:defRPr>
            </a:lvl4pPr>
            <a:lvl5pPr algn="l">
              <a:defRPr sz="2175" b="1">
                <a:solidFill>
                  <a:srgbClr val="990B22"/>
                </a:solidFill>
                <a:latin typeface="Noto Serif CJK SC"/>
                <a:ea typeface="Noto Serif CJK SC"/>
                <a:cs typeface="Noto Serif CJK SC"/>
              </a:defRPr>
            </a:lvl5pPr>
            <a:lvl6pPr algn="l">
              <a:defRPr sz="2175" b="1">
                <a:solidFill>
                  <a:srgbClr val="990B22"/>
                </a:solidFill>
                <a:latin typeface="Noto Serif CJK SC"/>
                <a:ea typeface="Noto Serif CJK SC"/>
                <a:cs typeface="Noto Serif CJK SC"/>
              </a:defRPr>
            </a:lvl6pPr>
            <a:lvl7pPr algn="l">
              <a:defRPr sz="2175" b="1">
                <a:solidFill>
                  <a:srgbClr val="990B22"/>
                </a:solidFill>
                <a:latin typeface="Noto Serif CJK SC"/>
                <a:ea typeface="Noto Serif CJK SC"/>
                <a:cs typeface="Noto Serif CJK SC"/>
              </a:defRPr>
            </a:lvl7pPr>
            <a:lvl8pPr algn="l">
              <a:defRPr sz="2175" b="1">
                <a:solidFill>
                  <a:srgbClr val="990B22"/>
                </a:solidFill>
                <a:latin typeface="Noto Serif CJK SC"/>
                <a:ea typeface="Noto Serif CJK SC"/>
                <a:cs typeface="Noto Serif CJK SC"/>
              </a:defRPr>
            </a:lvl8pPr>
            <a:lvl9pPr algn="l">
              <a:defRPr sz="2175" b="1">
                <a:solidFill>
                  <a:srgbClr val="990B22"/>
                </a:solidFill>
                <a:latin typeface="Noto Serif CJK SC"/>
                <a:ea typeface="Noto Serif CJK SC"/>
                <a:cs typeface="Noto Serif CJK SC"/>
              </a:defRPr>
            </a:lvl9pPr>
          </a:lstStyle>
          <a:p>
            <a:pPr algn="l">
              <a:lnSpc>
                <a:spcPct val="112000"/>
              </a:lnSpc>
              <a:buNone/>
              <a:defRPr sz="2175" b="1">
                <a:solidFill>
                  <a:srgbClr val="990B22"/>
                </a:solidFill>
                <a:latin typeface="Noto Serif CJK SC"/>
                <a:ea typeface="Noto Serif CJK SC"/>
                <a:cs typeface="Noto Serif CJK SC"/>
              </a:defRPr>
            </a:pPr>
            <a:r>
              <a:rPr sz="1955" b="1">
                <a:solidFill>
                  <a:srgbClr val="990B22"/>
                </a:solidFill>
                <a:latin typeface="Noto Serif CJK SC"/>
                <a:ea typeface="Noto Serif CJK SC"/>
                <a:cs typeface="Noto Serif CJK SC"/>
              </a:rPr>
              <a:t>辛亥革命</a:t>
            </a:r>
            <a:endParaRPr sz="1955" b="1">
              <a:solidFill>
                <a:srgbClr val="990B22"/>
              </a:solidFill>
              <a:latin typeface="Noto Serif CJK SC"/>
              <a:ea typeface="Noto Serif CJK SC"/>
              <a:cs typeface="Noto Serif CJK SC"/>
            </a:endParaRPr>
          </a:p>
        </p:txBody>
      </p:sp>
      <p:sp>
        <p:nvSpPr>
          <p:cNvPr id="13" name="text-12"/>
          <p:cNvSpPr>
            <a:spLocks noGrp="1"/>
          </p:cNvSpPr>
          <p:nvPr>
            <p:custDataLst>
              <p:tags r:id="rId8"/>
            </p:custDataLst>
          </p:nvPr>
        </p:nvSpPr>
        <p:spPr>
          <a:xfrm>
            <a:off x="1922221" y="4067175"/>
            <a:ext cx="1491996" cy="952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l">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共和与边疆</a:t>
            </a:r>
            <a:endParaRPr sz="1820" b="0">
              <a:solidFill>
                <a:srgbClr val="333333"/>
              </a:solidFill>
              <a:latin typeface="Noto Serif CJK SC"/>
              <a:ea typeface="Noto Serif CJK SC"/>
              <a:cs typeface="Noto Serif CJK SC"/>
            </a:endParaRPr>
          </a:p>
        </p:txBody>
      </p:sp>
      <p:sp>
        <p:nvSpPr>
          <p:cNvPr id="14" name="text-13"/>
          <p:cNvSpPr>
            <a:spLocks noGrp="1"/>
          </p:cNvSpPr>
          <p:nvPr>
            <p:custDataLst>
              <p:tags r:id="rId9"/>
            </p:custDataLst>
          </p:nvPr>
        </p:nvSpPr>
        <p:spPr>
          <a:xfrm>
            <a:off x="3858463" y="1971675"/>
            <a:ext cx="1575816" cy="619125"/>
          </a:xfrm>
          <a:prstGeom prst="rect">
            <a:avLst/>
          </a:prstGeom>
          <a:noFill/>
          <a:ln w="0">
            <a:noFill/>
            <a:prstDash val="solid"/>
          </a:ln>
        </p:spPr>
        <p:txBody>
          <a:bodyPr wrap="square" lIns="0" tIns="0" rIns="0" bIns="0">
            <a:noAutofit/>
          </a:bodyPr>
          <a:lstStyle>
            <a:defPPr algn="ctr">
              <a:defRPr sz="3525" b="1">
                <a:solidFill>
                  <a:srgbClr val="990B22"/>
                </a:solidFill>
                <a:latin typeface="Noto Serif CJK SC"/>
                <a:ea typeface="Noto Serif CJK SC"/>
                <a:cs typeface="Noto Serif CJK SC"/>
              </a:defRPr>
            </a:defPPr>
            <a:lvl1pPr algn="ctr">
              <a:defRPr sz="3525" b="1">
                <a:solidFill>
                  <a:srgbClr val="990B22"/>
                </a:solidFill>
                <a:latin typeface="Noto Serif CJK SC"/>
                <a:ea typeface="Noto Serif CJK SC"/>
                <a:cs typeface="Noto Serif CJK SC"/>
              </a:defRPr>
            </a:lvl1pPr>
            <a:lvl2pPr algn="ctr">
              <a:defRPr sz="3525" b="1">
                <a:solidFill>
                  <a:srgbClr val="990B22"/>
                </a:solidFill>
                <a:latin typeface="Noto Serif CJK SC"/>
                <a:ea typeface="Noto Serif CJK SC"/>
                <a:cs typeface="Noto Serif CJK SC"/>
              </a:defRPr>
            </a:lvl2pPr>
            <a:lvl3pPr algn="ctr">
              <a:defRPr sz="3525" b="1">
                <a:solidFill>
                  <a:srgbClr val="990B22"/>
                </a:solidFill>
                <a:latin typeface="Noto Serif CJK SC"/>
                <a:ea typeface="Noto Serif CJK SC"/>
                <a:cs typeface="Noto Serif CJK SC"/>
              </a:defRPr>
            </a:lvl3pPr>
            <a:lvl4pPr algn="ctr">
              <a:defRPr sz="3525" b="1">
                <a:solidFill>
                  <a:srgbClr val="990B22"/>
                </a:solidFill>
                <a:latin typeface="Noto Serif CJK SC"/>
                <a:ea typeface="Noto Serif CJK SC"/>
                <a:cs typeface="Noto Serif CJK SC"/>
              </a:defRPr>
            </a:lvl4pPr>
            <a:lvl5pPr algn="ctr">
              <a:defRPr sz="3525" b="1">
                <a:solidFill>
                  <a:srgbClr val="990B22"/>
                </a:solidFill>
                <a:latin typeface="Noto Serif CJK SC"/>
                <a:ea typeface="Noto Serif CJK SC"/>
                <a:cs typeface="Noto Serif CJK SC"/>
              </a:defRPr>
            </a:lvl5pPr>
            <a:lvl6pPr algn="ctr">
              <a:defRPr sz="3525" b="1">
                <a:solidFill>
                  <a:srgbClr val="990B22"/>
                </a:solidFill>
                <a:latin typeface="Noto Serif CJK SC"/>
                <a:ea typeface="Noto Serif CJK SC"/>
                <a:cs typeface="Noto Serif CJK SC"/>
              </a:defRPr>
            </a:lvl6pPr>
            <a:lvl7pPr algn="ctr">
              <a:defRPr sz="3525" b="1">
                <a:solidFill>
                  <a:srgbClr val="990B22"/>
                </a:solidFill>
                <a:latin typeface="Noto Serif CJK SC"/>
                <a:ea typeface="Noto Serif CJK SC"/>
                <a:cs typeface="Noto Serif CJK SC"/>
              </a:defRPr>
            </a:lvl7pPr>
            <a:lvl8pPr algn="ctr">
              <a:defRPr sz="3525" b="1">
                <a:solidFill>
                  <a:srgbClr val="990B22"/>
                </a:solidFill>
                <a:latin typeface="Noto Serif CJK SC"/>
                <a:ea typeface="Noto Serif CJK SC"/>
                <a:cs typeface="Noto Serif CJK SC"/>
              </a:defRPr>
            </a:lvl8pPr>
            <a:lvl9pPr algn="ctr">
              <a:defRPr sz="3525" b="1">
                <a:solidFill>
                  <a:srgbClr val="990B22"/>
                </a:solidFill>
                <a:latin typeface="Noto Serif CJK SC"/>
                <a:ea typeface="Noto Serif CJK SC"/>
                <a:cs typeface="Noto Serif CJK SC"/>
              </a:defRPr>
            </a:lvl9pPr>
          </a:lstStyle>
          <a:p>
            <a:pPr algn="ctr">
              <a:lnSpc>
                <a:spcPct val="112000"/>
              </a:lnSpc>
              <a:buNone/>
              <a:defRPr sz="3525" b="1">
                <a:solidFill>
                  <a:srgbClr val="990B22"/>
                </a:solidFill>
                <a:latin typeface="Noto Serif CJK SC"/>
                <a:ea typeface="Noto Serif CJK SC"/>
                <a:cs typeface="Noto Serif CJK SC"/>
              </a:defRPr>
            </a:pPr>
            <a:r>
              <a:rPr sz="3170" b="1">
                <a:solidFill>
                  <a:srgbClr val="990B22"/>
                </a:solidFill>
                <a:latin typeface="Noto Serif CJK SC"/>
                <a:ea typeface="Noto Serif CJK SC"/>
                <a:cs typeface="Noto Serif CJK SC"/>
              </a:rPr>
              <a:t>1931</a:t>
            </a:r>
            <a:endParaRPr sz="3170" b="1">
              <a:solidFill>
                <a:srgbClr val="990B22"/>
              </a:solidFill>
              <a:latin typeface="Noto Serif CJK SC"/>
              <a:ea typeface="Noto Serif CJK SC"/>
              <a:cs typeface="Noto Serif CJK SC"/>
            </a:endParaRPr>
          </a:p>
        </p:txBody>
      </p:sp>
      <p:sp>
        <p:nvSpPr>
          <p:cNvPr id="15" name="椭圆 14"/>
          <p:cNvSpPr>
            <a:spLocks noGrp="1"/>
          </p:cNvSpPr>
          <p:nvPr>
            <p:custDataLst>
              <p:tags r:id="rId10"/>
            </p:custDataLst>
          </p:nvPr>
        </p:nvSpPr>
        <p:spPr>
          <a:xfrm>
            <a:off x="4554169" y="2609850"/>
            <a:ext cx="184404" cy="209550"/>
          </a:xfrm>
          <a:prstGeom prst="ellipse">
            <a:avLst/>
          </a:prstGeom>
          <a:solidFill>
            <a:srgbClr val="FFFFFF"/>
          </a:solidFill>
          <a:ln w="33338">
            <a:solidFill>
              <a:srgbClr val="990B22"/>
            </a:solidFill>
            <a:prstDash val="solid"/>
          </a:ln>
        </p:spPr>
        <p:txBody>
          <a:bodyPr lIns="80467" rIns="80467"/>
          <a:p>
            <a:endParaRPr>
              <a:latin typeface="Noto Serif CJK SC"/>
              <a:ea typeface="Noto Serif CJK SC"/>
            </a:endParaRPr>
          </a:p>
        </p:txBody>
      </p:sp>
      <p:sp>
        <p:nvSpPr>
          <p:cNvPr id="16" name="frame-15"/>
          <p:cNvSpPr>
            <a:spLocks noGrp="1"/>
          </p:cNvSpPr>
          <p:nvPr>
            <p:custDataLst>
              <p:tags r:id="rId11"/>
            </p:custDataLst>
          </p:nvPr>
        </p:nvSpPr>
        <p:spPr>
          <a:xfrm>
            <a:off x="3757879" y="3038475"/>
            <a:ext cx="1776984" cy="2162175"/>
          </a:xfrm>
          <a:prstGeom prst="roundRect">
            <a:avLst>
              <a:gd name="adj" fmla="val 3774"/>
            </a:avLst>
          </a:prstGeom>
          <a:solidFill>
            <a:srgbClr val="FFFFFF"/>
          </a:solidFill>
          <a:ln w="25718">
            <a:solidFill>
              <a:srgbClr val="990B22"/>
            </a:solidFill>
            <a:prstDash val="solid"/>
          </a:ln>
        </p:spPr>
        <p:txBody>
          <a:bodyPr lIns="80467" rIns="80467"/>
          <a:p>
            <a:endParaRPr>
              <a:latin typeface="Noto Serif CJK SC"/>
              <a:ea typeface="Noto Serif CJK SC"/>
            </a:endParaRPr>
          </a:p>
        </p:txBody>
      </p:sp>
      <p:sp>
        <p:nvSpPr>
          <p:cNvPr id="17" name="frame-16"/>
          <p:cNvSpPr>
            <a:spLocks noGrp="1"/>
          </p:cNvSpPr>
          <p:nvPr>
            <p:custDataLst>
              <p:tags r:id="rId12"/>
            </p:custDataLst>
          </p:nvPr>
        </p:nvSpPr>
        <p:spPr>
          <a:xfrm>
            <a:off x="3757879" y="3038475"/>
            <a:ext cx="1776984" cy="6667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8" name="text-17"/>
          <p:cNvSpPr>
            <a:spLocks noGrp="1"/>
          </p:cNvSpPr>
          <p:nvPr>
            <p:custDataLst>
              <p:tags r:id="rId13"/>
            </p:custDataLst>
          </p:nvPr>
        </p:nvSpPr>
        <p:spPr>
          <a:xfrm>
            <a:off x="3900373" y="3257550"/>
            <a:ext cx="1491996" cy="666750"/>
          </a:xfrm>
          <a:prstGeom prst="rect">
            <a:avLst/>
          </a:prstGeom>
          <a:noFill/>
          <a:ln w="0">
            <a:noFill/>
            <a:prstDash val="solid"/>
          </a:ln>
        </p:spPr>
        <p:txBody>
          <a:bodyPr wrap="square" lIns="0" tIns="0" rIns="0" bIns="0">
            <a:noAutofit/>
          </a:bodyPr>
          <a:lstStyle>
            <a:defPPr algn="l">
              <a:defRPr sz="2175" b="1">
                <a:solidFill>
                  <a:srgbClr val="990B22"/>
                </a:solidFill>
                <a:latin typeface="Noto Serif CJK SC"/>
                <a:ea typeface="Noto Serif CJK SC"/>
                <a:cs typeface="Noto Serif CJK SC"/>
              </a:defRPr>
            </a:defPPr>
            <a:lvl1pPr algn="l">
              <a:defRPr sz="2175" b="1">
                <a:solidFill>
                  <a:srgbClr val="990B22"/>
                </a:solidFill>
                <a:latin typeface="Noto Serif CJK SC"/>
                <a:ea typeface="Noto Serif CJK SC"/>
                <a:cs typeface="Noto Serif CJK SC"/>
              </a:defRPr>
            </a:lvl1pPr>
            <a:lvl2pPr algn="l">
              <a:defRPr sz="2175" b="1">
                <a:solidFill>
                  <a:srgbClr val="990B22"/>
                </a:solidFill>
                <a:latin typeface="Noto Serif CJK SC"/>
                <a:ea typeface="Noto Serif CJK SC"/>
                <a:cs typeface="Noto Serif CJK SC"/>
              </a:defRPr>
            </a:lvl2pPr>
            <a:lvl3pPr algn="l">
              <a:defRPr sz="2175" b="1">
                <a:solidFill>
                  <a:srgbClr val="990B22"/>
                </a:solidFill>
                <a:latin typeface="Noto Serif CJK SC"/>
                <a:ea typeface="Noto Serif CJK SC"/>
                <a:cs typeface="Noto Serif CJK SC"/>
              </a:defRPr>
            </a:lvl3pPr>
            <a:lvl4pPr algn="l">
              <a:defRPr sz="2175" b="1">
                <a:solidFill>
                  <a:srgbClr val="990B22"/>
                </a:solidFill>
                <a:latin typeface="Noto Serif CJK SC"/>
                <a:ea typeface="Noto Serif CJK SC"/>
                <a:cs typeface="Noto Serif CJK SC"/>
              </a:defRPr>
            </a:lvl4pPr>
            <a:lvl5pPr algn="l">
              <a:defRPr sz="2175" b="1">
                <a:solidFill>
                  <a:srgbClr val="990B22"/>
                </a:solidFill>
                <a:latin typeface="Noto Serif CJK SC"/>
                <a:ea typeface="Noto Serif CJK SC"/>
                <a:cs typeface="Noto Serif CJK SC"/>
              </a:defRPr>
            </a:lvl5pPr>
            <a:lvl6pPr algn="l">
              <a:defRPr sz="2175" b="1">
                <a:solidFill>
                  <a:srgbClr val="990B22"/>
                </a:solidFill>
                <a:latin typeface="Noto Serif CJK SC"/>
                <a:ea typeface="Noto Serif CJK SC"/>
                <a:cs typeface="Noto Serif CJK SC"/>
              </a:defRPr>
            </a:lvl6pPr>
            <a:lvl7pPr algn="l">
              <a:defRPr sz="2175" b="1">
                <a:solidFill>
                  <a:srgbClr val="990B22"/>
                </a:solidFill>
                <a:latin typeface="Noto Serif CJK SC"/>
                <a:ea typeface="Noto Serif CJK SC"/>
                <a:cs typeface="Noto Serif CJK SC"/>
              </a:defRPr>
            </a:lvl7pPr>
            <a:lvl8pPr algn="l">
              <a:defRPr sz="2175" b="1">
                <a:solidFill>
                  <a:srgbClr val="990B22"/>
                </a:solidFill>
                <a:latin typeface="Noto Serif CJK SC"/>
                <a:ea typeface="Noto Serif CJK SC"/>
                <a:cs typeface="Noto Serif CJK SC"/>
              </a:defRPr>
            </a:lvl8pPr>
            <a:lvl9pPr algn="l">
              <a:defRPr sz="2175" b="1">
                <a:solidFill>
                  <a:srgbClr val="990B22"/>
                </a:solidFill>
                <a:latin typeface="Noto Serif CJK SC"/>
                <a:ea typeface="Noto Serif CJK SC"/>
                <a:cs typeface="Noto Serif CJK SC"/>
              </a:defRPr>
            </a:lvl9pPr>
          </a:lstStyle>
          <a:p>
            <a:pPr algn="l">
              <a:lnSpc>
                <a:spcPct val="112000"/>
              </a:lnSpc>
              <a:buNone/>
              <a:defRPr sz="2175" b="1">
                <a:solidFill>
                  <a:srgbClr val="990B22"/>
                </a:solidFill>
                <a:latin typeface="Noto Serif CJK SC"/>
                <a:ea typeface="Noto Serif CJK SC"/>
                <a:cs typeface="Noto Serif CJK SC"/>
              </a:defRPr>
            </a:pPr>
            <a:r>
              <a:rPr sz="1955" b="1">
                <a:solidFill>
                  <a:srgbClr val="990B22"/>
                </a:solidFill>
                <a:latin typeface="Noto Serif CJK SC"/>
                <a:ea typeface="Noto Serif CJK SC"/>
                <a:cs typeface="Noto Serif CJK SC"/>
              </a:rPr>
              <a:t>九一八事变</a:t>
            </a:r>
            <a:endParaRPr sz="1955" b="1">
              <a:solidFill>
                <a:srgbClr val="990B22"/>
              </a:solidFill>
              <a:latin typeface="Noto Serif CJK SC"/>
              <a:ea typeface="Noto Serif CJK SC"/>
              <a:cs typeface="Noto Serif CJK SC"/>
            </a:endParaRPr>
          </a:p>
        </p:txBody>
      </p:sp>
      <p:sp>
        <p:nvSpPr>
          <p:cNvPr id="19" name="text-18"/>
          <p:cNvSpPr>
            <a:spLocks noGrp="1"/>
          </p:cNvSpPr>
          <p:nvPr>
            <p:custDataLst>
              <p:tags r:id="rId14"/>
            </p:custDataLst>
          </p:nvPr>
        </p:nvSpPr>
        <p:spPr>
          <a:xfrm>
            <a:off x="3900373" y="4067175"/>
            <a:ext cx="1491996" cy="952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l">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东北危机加剧</a:t>
            </a:r>
            <a:endParaRPr sz="1820" b="0">
              <a:solidFill>
                <a:srgbClr val="333333"/>
              </a:solidFill>
              <a:latin typeface="Noto Serif CJK SC"/>
              <a:ea typeface="Noto Serif CJK SC"/>
              <a:cs typeface="Noto Serif CJK SC"/>
            </a:endParaRPr>
          </a:p>
        </p:txBody>
      </p:sp>
      <p:sp>
        <p:nvSpPr>
          <p:cNvPr id="20" name="text-19"/>
          <p:cNvSpPr>
            <a:spLocks noGrp="1"/>
          </p:cNvSpPr>
          <p:nvPr>
            <p:custDataLst>
              <p:tags r:id="rId15"/>
            </p:custDataLst>
          </p:nvPr>
        </p:nvSpPr>
        <p:spPr>
          <a:xfrm>
            <a:off x="5836615" y="1971675"/>
            <a:ext cx="1575816" cy="619125"/>
          </a:xfrm>
          <a:prstGeom prst="rect">
            <a:avLst/>
          </a:prstGeom>
          <a:noFill/>
          <a:ln w="0">
            <a:noFill/>
            <a:prstDash val="solid"/>
          </a:ln>
        </p:spPr>
        <p:txBody>
          <a:bodyPr wrap="square" lIns="0" tIns="0" rIns="0" bIns="0">
            <a:noAutofit/>
          </a:bodyPr>
          <a:lstStyle>
            <a:defPPr algn="ctr">
              <a:defRPr sz="3525" b="1">
                <a:solidFill>
                  <a:srgbClr val="990B22"/>
                </a:solidFill>
                <a:latin typeface="Noto Serif CJK SC"/>
                <a:ea typeface="Noto Serif CJK SC"/>
                <a:cs typeface="Noto Serif CJK SC"/>
              </a:defRPr>
            </a:defPPr>
            <a:lvl1pPr algn="ctr">
              <a:defRPr sz="3525" b="1">
                <a:solidFill>
                  <a:srgbClr val="990B22"/>
                </a:solidFill>
                <a:latin typeface="Noto Serif CJK SC"/>
                <a:ea typeface="Noto Serif CJK SC"/>
                <a:cs typeface="Noto Serif CJK SC"/>
              </a:defRPr>
            </a:lvl1pPr>
            <a:lvl2pPr algn="ctr">
              <a:defRPr sz="3525" b="1">
                <a:solidFill>
                  <a:srgbClr val="990B22"/>
                </a:solidFill>
                <a:latin typeface="Noto Serif CJK SC"/>
                <a:ea typeface="Noto Serif CJK SC"/>
                <a:cs typeface="Noto Serif CJK SC"/>
              </a:defRPr>
            </a:lvl2pPr>
            <a:lvl3pPr algn="ctr">
              <a:defRPr sz="3525" b="1">
                <a:solidFill>
                  <a:srgbClr val="990B22"/>
                </a:solidFill>
                <a:latin typeface="Noto Serif CJK SC"/>
                <a:ea typeface="Noto Serif CJK SC"/>
                <a:cs typeface="Noto Serif CJK SC"/>
              </a:defRPr>
            </a:lvl3pPr>
            <a:lvl4pPr algn="ctr">
              <a:defRPr sz="3525" b="1">
                <a:solidFill>
                  <a:srgbClr val="990B22"/>
                </a:solidFill>
                <a:latin typeface="Noto Serif CJK SC"/>
                <a:ea typeface="Noto Serif CJK SC"/>
                <a:cs typeface="Noto Serif CJK SC"/>
              </a:defRPr>
            </a:lvl4pPr>
            <a:lvl5pPr algn="ctr">
              <a:defRPr sz="3525" b="1">
                <a:solidFill>
                  <a:srgbClr val="990B22"/>
                </a:solidFill>
                <a:latin typeface="Noto Serif CJK SC"/>
                <a:ea typeface="Noto Serif CJK SC"/>
                <a:cs typeface="Noto Serif CJK SC"/>
              </a:defRPr>
            </a:lvl5pPr>
            <a:lvl6pPr algn="ctr">
              <a:defRPr sz="3525" b="1">
                <a:solidFill>
                  <a:srgbClr val="990B22"/>
                </a:solidFill>
                <a:latin typeface="Noto Serif CJK SC"/>
                <a:ea typeface="Noto Serif CJK SC"/>
                <a:cs typeface="Noto Serif CJK SC"/>
              </a:defRPr>
            </a:lvl6pPr>
            <a:lvl7pPr algn="ctr">
              <a:defRPr sz="3525" b="1">
                <a:solidFill>
                  <a:srgbClr val="990B22"/>
                </a:solidFill>
                <a:latin typeface="Noto Serif CJK SC"/>
                <a:ea typeface="Noto Serif CJK SC"/>
                <a:cs typeface="Noto Serif CJK SC"/>
              </a:defRPr>
            </a:lvl7pPr>
            <a:lvl8pPr algn="ctr">
              <a:defRPr sz="3525" b="1">
                <a:solidFill>
                  <a:srgbClr val="990B22"/>
                </a:solidFill>
                <a:latin typeface="Noto Serif CJK SC"/>
                <a:ea typeface="Noto Serif CJK SC"/>
                <a:cs typeface="Noto Serif CJK SC"/>
              </a:defRPr>
            </a:lvl8pPr>
            <a:lvl9pPr algn="ctr">
              <a:defRPr sz="3525" b="1">
                <a:solidFill>
                  <a:srgbClr val="990B22"/>
                </a:solidFill>
                <a:latin typeface="Noto Serif CJK SC"/>
                <a:ea typeface="Noto Serif CJK SC"/>
                <a:cs typeface="Noto Serif CJK SC"/>
              </a:defRPr>
            </a:lvl9pPr>
          </a:lstStyle>
          <a:p>
            <a:pPr algn="ctr">
              <a:lnSpc>
                <a:spcPct val="112000"/>
              </a:lnSpc>
              <a:buNone/>
              <a:defRPr sz="3525" b="1">
                <a:solidFill>
                  <a:srgbClr val="990B22"/>
                </a:solidFill>
                <a:latin typeface="Noto Serif CJK SC"/>
                <a:ea typeface="Noto Serif CJK SC"/>
                <a:cs typeface="Noto Serif CJK SC"/>
              </a:defRPr>
            </a:pPr>
            <a:r>
              <a:rPr sz="3170" b="1">
                <a:solidFill>
                  <a:srgbClr val="990B22"/>
                </a:solidFill>
                <a:latin typeface="Noto Serif CJK SC"/>
                <a:ea typeface="Noto Serif CJK SC"/>
                <a:cs typeface="Noto Serif CJK SC"/>
              </a:rPr>
              <a:t>1937</a:t>
            </a:r>
            <a:endParaRPr sz="3170" b="1">
              <a:solidFill>
                <a:srgbClr val="990B22"/>
              </a:solidFill>
              <a:latin typeface="Noto Serif CJK SC"/>
              <a:ea typeface="Noto Serif CJK SC"/>
              <a:cs typeface="Noto Serif CJK SC"/>
            </a:endParaRPr>
          </a:p>
        </p:txBody>
      </p:sp>
      <p:sp>
        <p:nvSpPr>
          <p:cNvPr id="21" name="椭圆 20"/>
          <p:cNvSpPr>
            <a:spLocks noGrp="1"/>
          </p:cNvSpPr>
          <p:nvPr>
            <p:custDataLst>
              <p:tags r:id="rId16"/>
            </p:custDataLst>
          </p:nvPr>
        </p:nvSpPr>
        <p:spPr>
          <a:xfrm>
            <a:off x="6532321" y="2609850"/>
            <a:ext cx="184404" cy="209550"/>
          </a:xfrm>
          <a:prstGeom prst="ellipse">
            <a:avLst/>
          </a:prstGeom>
          <a:solidFill>
            <a:srgbClr val="FFFFFF"/>
          </a:solidFill>
          <a:ln w="33338">
            <a:solidFill>
              <a:srgbClr val="990B22"/>
            </a:solidFill>
            <a:prstDash val="solid"/>
          </a:ln>
        </p:spPr>
        <p:txBody>
          <a:bodyPr lIns="80467" rIns="80467"/>
          <a:p>
            <a:endParaRPr>
              <a:latin typeface="Noto Serif CJK SC"/>
              <a:ea typeface="Noto Serif CJK SC"/>
            </a:endParaRPr>
          </a:p>
        </p:txBody>
      </p:sp>
      <p:sp>
        <p:nvSpPr>
          <p:cNvPr id="22" name="frame-21"/>
          <p:cNvSpPr>
            <a:spLocks noGrp="1"/>
          </p:cNvSpPr>
          <p:nvPr>
            <p:custDataLst>
              <p:tags r:id="rId17"/>
            </p:custDataLst>
          </p:nvPr>
        </p:nvSpPr>
        <p:spPr>
          <a:xfrm>
            <a:off x="5736031" y="3038475"/>
            <a:ext cx="1776984" cy="2162175"/>
          </a:xfrm>
          <a:prstGeom prst="roundRect">
            <a:avLst>
              <a:gd name="adj" fmla="val 3774"/>
            </a:avLst>
          </a:prstGeom>
          <a:solidFill>
            <a:srgbClr val="FFFFFF"/>
          </a:solidFill>
          <a:ln w="25718">
            <a:solidFill>
              <a:srgbClr val="990B22"/>
            </a:solidFill>
            <a:prstDash val="solid"/>
          </a:ln>
        </p:spPr>
        <p:txBody>
          <a:bodyPr lIns="80467" rIns="80467"/>
          <a:p>
            <a:endParaRPr>
              <a:latin typeface="Noto Serif CJK SC"/>
              <a:ea typeface="Noto Serif CJK SC"/>
            </a:endParaRPr>
          </a:p>
        </p:txBody>
      </p:sp>
      <p:sp>
        <p:nvSpPr>
          <p:cNvPr id="23" name="frame-22"/>
          <p:cNvSpPr>
            <a:spLocks noGrp="1"/>
          </p:cNvSpPr>
          <p:nvPr>
            <p:custDataLst>
              <p:tags r:id="rId18"/>
            </p:custDataLst>
          </p:nvPr>
        </p:nvSpPr>
        <p:spPr>
          <a:xfrm>
            <a:off x="5736031" y="3038475"/>
            <a:ext cx="1776984" cy="6667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24" name="text-23"/>
          <p:cNvSpPr>
            <a:spLocks noGrp="1"/>
          </p:cNvSpPr>
          <p:nvPr>
            <p:custDataLst>
              <p:tags r:id="rId19"/>
            </p:custDataLst>
          </p:nvPr>
        </p:nvSpPr>
        <p:spPr>
          <a:xfrm>
            <a:off x="5878525" y="3257550"/>
            <a:ext cx="1491996" cy="666750"/>
          </a:xfrm>
          <a:prstGeom prst="rect">
            <a:avLst/>
          </a:prstGeom>
          <a:noFill/>
          <a:ln w="0">
            <a:noFill/>
            <a:prstDash val="solid"/>
          </a:ln>
        </p:spPr>
        <p:txBody>
          <a:bodyPr wrap="square" lIns="0" tIns="0" rIns="0" bIns="0">
            <a:noAutofit/>
          </a:bodyPr>
          <a:lstStyle>
            <a:defPPr algn="l">
              <a:defRPr sz="2175" b="1">
                <a:solidFill>
                  <a:srgbClr val="990B22"/>
                </a:solidFill>
                <a:latin typeface="Noto Serif CJK SC"/>
                <a:ea typeface="Noto Serif CJK SC"/>
                <a:cs typeface="Noto Serif CJK SC"/>
              </a:defRPr>
            </a:defPPr>
            <a:lvl1pPr algn="l">
              <a:defRPr sz="2175" b="1">
                <a:solidFill>
                  <a:srgbClr val="990B22"/>
                </a:solidFill>
                <a:latin typeface="Noto Serif CJK SC"/>
                <a:ea typeface="Noto Serif CJK SC"/>
                <a:cs typeface="Noto Serif CJK SC"/>
              </a:defRPr>
            </a:lvl1pPr>
            <a:lvl2pPr algn="l">
              <a:defRPr sz="2175" b="1">
                <a:solidFill>
                  <a:srgbClr val="990B22"/>
                </a:solidFill>
                <a:latin typeface="Noto Serif CJK SC"/>
                <a:ea typeface="Noto Serif CJK SC"/>
                <a:cs typeface="Noto Serif CJK SC"/>
              </a:defRPr>
            </a:lvl2pPr>
            <a:lvl3pPr algn="l">
              <a:defRPr sz="2175" b="1">
                <a:solidFill>
                  <a:srgbClr val="990B22"/>
                </a:solidFill>
                <a:latin typeface="Noto Serif CJK SC"/>
                <a:ea typeface="Noto Serif CJK SC"/>
                <a:cs typeface="Noto Serif CJK SC"/>
              </a:defRPr>
            </a:lvl3pPr>
            <a:lvl4pPr algn="l">
              <a:defRPr sz="2175" b="1">
                <a:solidFill>
                  <a:srgbClr val="990B22"/>
                </a:solidFill>
                <a:latin typeface="Noto Serif CJK SC"/>
                <a:ea typeface="Noto Serif CJK SC"/>
                <a:cs typeface="Noto Serif CJK SC"/>
              </a:defRPr>
            </a:lvl4pPr>
            <a:lvl5pPr algn="l">
              <a:defRPr sz="2175" b="1">
                <a:solidFill>
                  <a:srgbClr val="990B22"/>
                </a:solidFill>
                <a:latin typeface="Noto Serif CJK SC"/>
                <a:ea typeface="Noto Serif CJK SC"/>
                <a:cs typeface="Noto Serif CJK SC"/>
              </a:defRPr>
            </a:lvl5pPr>
            <a:lvl6pPr algn="l">
              <a:defRPr sz="2175" b="1">
                <a:solidFill>
                  <a:srgbClr val="990B22"/>
                </a:solidFill>
                <a:latin typeface="Noto Serif CJK SC"/>
                <a:ea typeface="Noto Serif CJK SC"/>
                <a:cs typeface="Noto Serif CJK SC"/>
              </a:defRPr>
            </a:lvl6pPr>
            <a:lvl7pPr algn="l">
              <a:defRPr sz="2175" b="1">
                <a:solidFill>
                  <a:srgbClr val="990B22"/>
                </a:solidFill>
                <a:latin typeface="Noto Serif CJK SC"/>
                <a:ea typeface="Noto Serif CJK SC"/>
                <a:cs typeface="Noto Serif CJK SC"/>
              </a:defRPr>
            </a:lvl7pPr>
            <a:lvl8pPr algn="l">
              <a:defRPr sz="2175" b="1">
                <a:solidFill>
                  <a:srgbClr val="990B22"/>
                </a:solidFill>
                <a:latin typeface="Noto Serif CJK SC"/>
                <a:ea typeface="Noto Serif CJK SC"/>
                <a:cs typeface="Noto Serif CJK SC"/>
              </a:defRPr>
            </a:lvl8pPr>
            <a:lvl9pPr algn="l">
              <a:defRPr sz="2175" b="1">
                <a:solidFill>
                  <a:srgbClr val="990B22"/>
                </a:solidFill>
                <a:latin typeface="Noto Serif CJK SC"/>
                <a:ea typeface="Noto Serif CJK SC"/>
                <a:cs typeface="Noto Serif CJK SC"/>
              </a:defRPr>
            </a:lvl9pPr>
          </a:lstStyle>
          <a:p>
            <a:pPr algn="l">
              <a:lnSpc>
                <a:spcPct val="112000"/>
              </a:lnSpc>
              <a:buNone/>
              <a:defRPr sz="2175" b="1">
                <a:solidFill>
                  <a:srgbClr val="990B22"/>
                </a:solidFill>
                <a:latin typeface="Noto Serif CJK SC"/>
                <a:ea typeface="Noto Serif CJK SC"/>
                <a:cs typeface="Noto Serif CJK SC"/>
              </a:defRPr>
            </a:pPr>
            <a:r>
              <a:rPr sz="1955" b="1">
                <a:solidFill>
                  <a:srgbClr val="990B22"/>
                </a:solidFill>
                <a:latin typeface="Noto Serif CJK SC"/>
                <a:ea typeface="Noto Serif CJK SC"/>
                <a:cs typeface="Noto Serif CJK SC"/>
              </a:rPr>
              <a:t>全面抗战</a:t>
            </a:r>
            <a:endParaRPr sz="1955" b="1">
              <a:solidFill>
                <a:srgbClr val="990B22"/>
              </a:solidFill>
              <a:latin typeface="Noto Serif CJK SC"/>
              <a:ea typeface="Noto Serif CJK SC"/>
              <a:cs typeface="Noto Serif CJK SC"/>
            </a:endParaRPr>
          </a:p>
        </p:txBody>
      </p:sp>
      <p:sp>
        <p:nvSpPr>
          <p:cNvPr id="25" name="text-24"/>
          <p:cNvSpPr>
            <a:spLocks noGrp="1"/>
          </p:cNvSpPr>
          <p:nvPr>
            <p:custDataLst>
              <p:tags r:id="rId20"/>
            </p:custDataLst>
          </p:nvPr>
        </p:nvSpPr>
        <p:spPr>
          <a:xfrm>
            <a:off x="5878525" y="4067175"/>
            <a:ext cx="1491996" cy="952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l">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各族共同抗战</a:t>
            </a:r>
            <a:endParaRPr sz="1820" b="0">
              <a:solidFill>
                <a:srgbClr val="333333"/>
              </a:solidFill>
              <a:latin typeface="Noto Serif CJK SC"/>
              <a:ea typeface="Noto Serif CJK SC"/>
              <a:cs typeface="Noto Serif CJK SC"/>
            </a:endParaRPr>
          </a:p>
        </p:txBody>
      </p:sp>
      <p:sp>
        <p:nvSpPr>
          <p:cNvPr id="26" name="text-25"/>
          <p:cNvSpPr>
            <a:spLocks noGrp="1"/>
          </p:cNvSpPr>
          <p:nvPr>
            <p:custDataLst>
              <p:tags r:id="rId21"/>
            </p:custDataLst>
          </p:nvPr>
        </p:nvSpPr>
        <p:spPr>
          <a:xfrm>
            <a:off x="7814767" y="1971675"/>
            <a:ext cx="1575816" cy="619125"/>
          </a:xfrm>
          <a:prstGeom prst="rect">
            <a:avLst/>
          </a:prstGeom>
          <a:noFill/>
          <a:ln w="0">
            <a:noFill/>
            <a:prstDash val="solid"/>
          </a:ln>
        </p:spPr>
        <p:txBody>
          <a:bodyPr wrap="square" lIns="0" tIns="0" rIns="0" bIns="0">
            <a:noAutofit/>
          </a:bodyPr>
          <a:lstStyle>
            <a:defPPr algn="ctr">
              <a:defRPr sz="3525" b="1">
                <a:solidFill>
                  <a:srgbClr val="990B22"/>
                </a:solidFill>
                <a:latin typeface="Noto Serif CJK SC"/>
                <a:ea typeface="Noto Serif CJK SC"/>
                <a:cs typeface="Noto Serif CJK SC"/>
              </a:defRPr>
            </a:defPPr>
            <a:lvl1pPr algn="ctr">
              <a:defRPr sz="3525" b="1">
                <a:solidFill>
                  <a:srgbClr val="990B22"/>
                </a:solidFill>
                <a:latin typeface="Noto Serif CJK SC"/>
                <a:ea typeface="Noto Serif CJK SC"/>
                <a:cs typeface="Noto Serif CJK SC"/>
              </a:defRPr>
            </a:lvl1pPr>
            <a:lvl2pPr algn="ctr">
              <a:defRPr sz="3525" b="1">
                <a:solidFill>
                  <a:srgbClr val="990B22"/>
                </a:solidFill>
                <a:latin typeface="Noto Serif CJK SC"/>
                <a:ea typeface="Noto Serif CJK SC"/>
                <a:cs typeface="Noto Serif CJK SC"/>
              </a:defRPr>
            </a:lvl2pPr>
            <a:lvl3pPr algn="ctr">
              <a:defRPr sz="3525" b="1">
                <a:solidFill>
                  <a:srgbClr val="990B22"/>
                </a:solidFill>
                <a:latin typeface="Noto Serif CJK SC"/>
                <a:ea typeface="Noto Serif CJK SC"/>
                <a:cs typeface="Noto Serif CJK SC"/>
              </a:defRPr>
            </a:lvl3pPr>
            <a:lvl4pPr algn="ctr">
              <a:defRPr sz="3525" b="1">
                <a:solidFill>
                  <a:srgbClr val="990B22"/>
                </a:solidFill>
                <a:latin typeface="Noto Serif CJK SC"/>
                <a:ea typeface="Noto Serif CJK SC"/>
                <a:cs typeface="Noto Serif CJK SC"/>
              </a:defRPr>
            </a:lvl4pPr>
            <a:lvl5pPr algn="ctr">
              <a:defRPr sz="3525" b="1">
                <a:solidFill>
                  <a:srgbClr val="990B22"/>
                </a:solidFill>
                <a:latin typeface="Noto Serif CJK SC"/>
                <a:ea typeface="Noto Serif CJK SC"/>
                <a:cs typeface="Noto Serif CJK SC"/>
              </a:defRPr>
            </a:lvl5pPr>
            <a:lvl6pPr algn="ctr">
              <a:defRPr sz="3525" b="1">
                <a:solidFill>
                  <a:srgbClr val="990B22"/>
                </a:solidFill>
                <a:latin typeface="Noto Serif CJK SC"/>
                <a:ea typeface="Noto Serif CJK SC"/>
                <a:cs typeface="Noto Serif CJK SC"/>
              </a:defRPr>
            </a:lvl6pPr>
            <a:lvl7pPr algn="ctr">
              <a:defRPr sz="3525" b="1">
                <a:solidFill>
                  <a:srgbClr val="990B22"/>
                </a:solidFill>
                <a:latin typeface="Noto Serif CJK SC"/>
                <a:ea typeface="Noto Serif CJK SC"/>
                <a:cs typeface="Noto Serif CJK SC"/>
              </a:defRPr>
            </a:lvl7pPr>
            <a:lvl8pPr algn="ctr">
              <a:defRPr sz="3525" b="1">
                <a:solidFill>
                  <a:srgbClr val="990B22"/>
                </a:solidFill>
                <a:latin typeface="Noto Serif CJK SC"/>
                <a:ea typeface="Noto Serif CJK SC"/>
                <a:cs typeface="Noto Serif CJK SC"/>
              </a:defRPr>
            </a:lvl8pPr>
            <a:lvl9pPr algn="ctr">
              <a:defRPr sz="3525" b="1">
                <a:solidFill>
                  <a:srgbClr val="990B22"/>
                </a:solidFill>
                <a:latin typeface="Noto Serif CJK SC"/>
                <a:ea typeface="Noto Serif CJK SC"/>
                <a:cs typeface="Noto Serif CJK SC"/>
              </a:defRPr>
            </a:lvl9pPr>
          </a:lstStyle>
          <a:p>
            <a:pPr algn="ctr">
              <a:lnSpc>
                <a:spcPct val="112000"/>
              </a:lnSpc>
              <a:buNone/>
              <a:defRPr sz="3525" b="1">
                <a:solidFill>
                  <a:srgbClr val="990B22"/>
                </a:solidFill>
                <a:latin typeface="Noto Serif CJK SC"/>
                <a:ea typeface="Noto Serif CJK SC"/>
                <a:cs typeface="Noto Serif CJK SC"/>
              </a:defRPr>
            </a:pPr>
            <a:r>
              <a:rPr sz="3170" b="1">
                <a:solidFill>
                  <a:srgbClr val="990B22"/>
                </a:solidFill>
                <a:latin typeface="Noto Serif CJK SC"/>
                <a:ea typeface="Noto Serif CJK SC"/>
                <a:cs typeface="Noto Serif CJK SC"/>
              </a:rPr>
              <a:t>1947</a:t>
            </a:r>
            <a:endParaRPr sz="3170" b="1">
              <a:solidFill>
                <a:srgbClr val="990B22"/>
              </a:solidFill>
              <a:latin typeface="Noto Serif CJK SC"/>
              <a:ea typeface="Noto Serif CJK SC"/>
              <a:cs typeface="Noto Serif CJK SC"/>
            </a:endParaRPr>
          </a:p>
        </p:txBody>
      </p:sp>
      <p:sp>
        <p:nvSpPr>
          <p:cNvPr id="27" name="椭圆 26"/>
          <p:cNvSpPr>
            <a:spLocks noGrp="1"/>
          </p:cNvSpPr>
          <p:nvPr>
            <p:custDataLst>
              <p:tags r:id="rId22"/>
            </p:custDataLst>
          </p:nvPr>
        </p:nvSpPr>
        <p:spPr>
          <a:xfrm>
            <a:off x="8510473" y="2609850"/>
            <a:ext cx="184404" cy="209550"/>
          </a:xfrm>
          <a:prstGeom prst="ellipse">
            <a:avLst/>
          </a:prstGeom>
          <a:solidFill>
            <a:srgbClr val="FFFFFF"/>
          </a:solidFill>
          <a:ln w="33338">
            <a:solidFill>
              <a:srgbClr val="990B22"/>
            </a:solidFill>
            <a:prstDash val="solid"/>
          </a:ln>
        </p:spPr>
        <p:txBody>
          <a:bodyPr lIns="80467" rIns="80467"/>
          <a:p>
            <a:endParaRPr>
              <a:latin typeface="Noto Serif CJK SC"/>
              <a:ea typeface="Noto Serif CJK SC"/>
            </a:endParaRPr>
          </a:p>
        </p:txBody>
      </p:sp>
      <p:sp>
        <p:nvSpPr>
          <p:cNvPr id="28" name="frame-27"/>
          <p:cNvSpPr>
            <a:spLocks noGrp="1"/>
          </p:cNvSpPr>
          <p:nvPr>
            <p:custDataLst>
              <p:tags r:id="rId23"/>
            </p:custDataLst>
          </p:nvPr>
        </p:nvSpPr>
        <p:spPr>
          <a:xfrm>
            <a:off x="7714183" y="3038475"/>
            <a:ext cx="1776984" cy="2162175"/>
          </a:xfrm>
          <a:prstGeom prst="roundRect">
            <a:avLst>
              <a:gd name="adj" fmla="val 3774"/>
            </a:avLst>
          </a:prstGeom>
          <a:solidFill>
            <a:srgbClr val="FFFFFF"/>
          </a:solidFill>
          <a:ln w="25718">
            <a:solidFill>
              <a:srgbClr val="990B22"/>
            </a:solidFill>
            <a:prstDash val="solid"/>
          </a:ln>
        </p:spPr>
        <p:txBody>
          <a:bodyPr lIns="80467" rIns="80467"/>
          <a:p>
            <a:endParaRPr>
              <a:latin typeface="Noto Serif CJK SC"/>
              <a:ea typeface="Noto Serif CJK SC"/>
            </a:endParaRPr>
          </a:p>
        </p:txBody>
      </p:sp>
      <p:sp>
        <p:nvSpPr>
          <p:cNvPr id="29" name="frame-28"/>
          <p:cNvSpPr>
            <a:spLocks noGrp="1"/>
          </p:cNvSpPr>
          <p:nvPr>
            <p:custDataLst>
              <p:tags r:id="rId24"/>
            </p:custDataLst>
          </p:nvPr>
        </p:nvSpPr>
        <p:spPr>
          <a:xfrm>
            <a:off x="7714183" y="3038475"/>
            <a:ext cx="1776984" cy="6667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30" name="text-29"/>
          <p:cNvSpPr>
            <a:spLocks noGrp="1"/>
          </p:cNvSpPr>
          <p:nvPr>
            <p:custDataLst>
              <p:tags r:id="rId25"/>
            </p:custDataLst>
          </p:nvPr>
        </p:nvSpPr>
        <p:spPr>
          <a:xfrm>
            <a:off x="7856677" y="3257550"/>
            <a:ext cx="1491996" cy="666750"/>
          </a:xfrm>
          <a:prstGeom prst="rect">
            <a:avLst/>
          </a:prstGeom>
          <a:noFill/>
          <a:ln w="0">
            <a:noFill/>
            <a:prstDash val="solid"/>
          </a:ln>
        </p:spPr>
        <p:txBody>
          <a:bodyPr wrap="square" lIns="0" tIns="0" rIns="0" bIns="0">
            <a:noAutofit/>
          </a:bodyPr>
          <a:lstStyle>
            <a:defPPr algn="l">
              <a:defRPr sz="2175" b="1">
                <a:solidFill>
                  <a:srgbClr val="990B22"/>
                </a:solidFill>
                <a:latin typeface="Noto Serif CJK SC"/>
                <a:ea typeface="Noto Serif CJK SC"/>
                <a:cs typeface="Noto Serif CJK SC"/>
              </a:defRPr>
            </a:defPPr>
            <a:lvl1pPr algn="l">
              <a:defRPr sz="2175" b="1">
                <a:solidFill>
                  <a:srgbClr val="990B22"/>
                </a:solidFill>
                <a:latin typeface="Noto Serif CJK SC"/>
                <a:ea typeface="Noto Serif CJK SC"/>
                <a:cs typeface="Noto Serif CJK SC"/>
              </a:defRPr>
            </a:lvl1pPr>
            <a:lvl2pPr algn="l">
              <a:defRPr sz="2175" b="1">
                <a:solidFill>
                  <a:srgbClr val="990B22"/>
                </a:solidFill>
                <a:latin typeface="Noto Serif CJK SC"/>
                <a:ea typeface="Noto Serif CJK SC"/>
                <a:cs typeface="Noto Serif CJK SC"/>
              </a:defRPr>
            </a:lvl2pPr>
            <a:lvl3pPr algn="l">
              <a:defRPr sz="2175" b="1">
                <a:solidFill>
                  <a:srgbClr val="990B22"/>
                </a:solidFill>
                <a:latin typeface="Noto Serif CJK SC"/>
                <a:ea typeface="Noto Serif CJK SC"/>
                <a:cs typeface="Noto Serif CJK SC"/>
              </a:defRPr>
            </a:lvl3pPr>
            <a:lvl4pPr algn="l">
              <a:defRPr sz="2175" b="1">
                <a:solidFill>
                  <a:srgbClr val="990B22"/>
                </a:solidFill>
                <a:latin typeface="Noto Serif CJK SC"/>
                <a:ea typeface="Noto Serif CJK SC"/>
                <a:cs typeface="Noto Serif CJK SC"/>
              </a:defRPr>
            </a:lvl4pPr>
            <a:lvl5pPr algn="l">
              <a:defRPr sz="2175" b="1">
                <a:solidFill>
                  <a:srgbClr val="990B22"/>
                </a:solidFill>
                <a:latin typeface="Noto Serif CJK SC"/>
                <a:ea typeface="Noto Serif CJK SC"/>
                <a:cs typeface="Noto Serif CJK SC"/>
              </a:defRPr>
            </a:lvl5pPr>
            <a:lvl6pPr algn="l">
              <a:defRPr sz="2175" b="1">
                <a:solidFill>
                  <a:srgbClr val="990B22"/>
                </a:solidFill>
                <a:latin typeface="Noto Serif CJK SC"/>
                <a:ea typeface="Noto Serif CJK SC"/>
                <a:cs typeface="Noto Serif CJK SC"/>
              </a:defRPr>
            </a:lvl6pPr>
            <a:lvl7pPr algn="l">
              <a:defRPr sz="2175" b="1">
                <a:solidFill>
                  <a:srgbClr val="990B22"/>
                </a:solidFill>
                <a:latin typeface="Noto Serif CJK SC"/>
                <a:ea typeface="Noto Serif CJK SC"/>
                <a:cs typeface="Noto Serif CJK SC"/>
              </a:defRPr>
            </a:lvl7pPr>
            <a:lvl8pPr algn="l">
              <a:defRPr sz="2175" b="1">
                <a:solidFill>
                  <a:srgbClr val="990B22"/>
                </a:solidFill>
                <a:latin typeface="Noto Serif CJK SC"/>
                <a:ea typeface="Noto Serif CJK SC"/>
                <a:cs typeface="Noto Serif CJK SC"/>
              </a:defRPr>
            </a:lvl8pPr>
            <a:lvl9pPr algn="l">
              <a:defRPr sz="2175" b="1">
                <a:solidFill>
                  <a:srgbClr val="990B22"/>
                </a:solidFill>
                <a:latin typeface="Noto Serif CJK SC"/>
                <a:ea typeface="Noto Serif CJK SC"/>
                <a:cs typeface="Noto Serif CJK SC"/>
              </a:defRPr>
            </a:lvl9pPr>
          </a:lstStyle>
          <a:p>
            <a:pPr algn="l">
              <a:lnSpc>
                <a:spcPct val="112000"/>
              </a:lnSpc>
              <a:buNone/>
              <a:defRPr sz="2175" b="1">
                <a:solidFill>
                  <a:srgbClr val="990B22"/>
                </a:solidFill>
                <a:latin typeface="Noto Serif CJK SC"/>
                <a:ea typeface="Noto Serif CJK SC"/>
                <a:cs typeface="Noto Serif CJK SC"/>
              </a:defRPr>
            </a:pPr>
            <a:r>
              <a:rPr sz="1955" b="1">
                <a:solidFill>
                  <a:srgbClr val="990B22"/>
                </a:solidFill>
                <a:latin typeface="Noto Serif CJK SC"/>
                <a:ea typeface="Noto Serif CJK SC"/>
                <a:cs typeface="Noto Serif CJK SC"/>
              </a:rPr>
              <a:t>内蒙古</a:t>
            </a:r>
            <a:endParaRPr sz="1955" b="1">
              <a:solidFill>
                <a:srgbClr val="990B22"/>
              </a:solidFill>
              <a:latin typeface="Noto Serif CJK SC"/>
              <a:ea typeface="Noto Serif CJK SC"/>
              <a:cs typeface="Noto Serif CJK SC"/>
            </a:endParaRPr>
          </a:p>
        </p:txBody>
      </p:sp>
      <p:sp>
        <p:nvSpPr>
          <p:cNvPr id="31" name="text-30"/>
          <p:cNvSpPr>
            <a:spLocks noGrp="1"/>
          </p:cNvSpPr>
          <p:nvPr>
            <p:custDataLst>
              <p:tags r:id="rId26"/>
            </p:custDataLst>
          </p:nvPr>
        </p:nvSpPr>
        <p:spPr>
          <a:xfrm>
            <a:off x="7856677" y="4067175"/>
            <a:ext cx="1491996" cy="952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l">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自治政府成立</a:t>
            </a:r>
            <a:endParaRPr sz="1820" b="0">
              <a:solidFill>
                <a:srgbClr val="333333"/>
              </a:solidFill>
              <a:latin typeface="Noto Serif CJK SC"/>
              <a:ea typeface="Noto Serif CJK SC"/>
              <a:cs typeface="Noto Serif CJK SC"/>
            </a:endParaRPr>
          </a:p>
        </p:txBody>
      </p:sp>
      <p:sp>
        <p:nvSpPr>
          <p:cNvPr id="32" name="text-31"/>
          <p:cNvSpPr>
            <a:spLocks noGrp="1"/>
          </p:cNvSpPr>
          <p:nvPr>
            <p:custDataLst>
              <p:tags r:id="rId27"/>
            </p:custDataLst>
          </p:nvPr>
        </p:nvSpPr>
        <p:spPr>
          <a:xfrm>
            <a:off x="9792919" y="1971675"/>
            <a:ext cx="1575816" cy="619125"/>
          </a:xfrm>
          <a:prstGeom prst="rect">
            <a:avLst/>
          </a:prstGeom>
          <a:noFill/>
          <a:ln w="0">
            <a:noFill/>
            <a:prstDash val="solid"/>
          </a:ln>
        </p:spPr>
        <p:txBody>
          <a:bodyPr wrap="square" lIns="0" tIns="0" rIns="0" bIns="0">
            <a:noAutofit/>
          </a:bodyPr>
          <a:lstStyle>
            <a:defPPr algn="ctr">
              <a:defRPr sz="3525" b="1">
                <a:solidFill>
                  <a:srgbClr val="990B22"/>
                </a:solidFill>
                <a:latin typeface="Noto Serif CJK SC"/>
                <a:ea typeface="Noto Serif CJK SC"/>
                <a:cs typeface="Noto Serif CJK SC"/>
              </a:defRPr>
            </a:defPPr>
            <a:lvl1pPr algn="ctr">
              <a:defRPr sz="3525" b="1">
                <a:solidFill>
                  <a:srgbClr val="990B22"/>
                </a:solidFill>
                <a:latin typeface="Noto Serif CJK SC"/>
                <a:ea typeface="Noto Serif CJK SC"/>
                <a:cs typeface="Noto Serif CJK SC"/>
              </a:defRPr>
            </a:lvl1pPr>
            <a:lvl2pPr algn="ctr">
              <a:defRPr sz="3525" b="1">
                <a:solidFill>
                  <a:srgbClr val="990B22"/>
                </a:solidFill>
                <a:latin typeface="Noto Serif CJK SC"/>
                <a:ea typeface="Noto Serif CJK SC"/>
                <a:cs typeface="Noto Serif CJK SC"/>
              </a:defRPr>
            </a:lvl2pPr>
            <a:lvl3pPr algn="ctr">
              <a:defRPr sz="3525" b="1">
                <a:solidFill>
                  <a:srgbClr val="990B22"/>
                </a:solidFill>
                <a:latin typeface="Noto Serif CJK SC"/>
                <a:ea typeface="Noto Serif CJK SC"/>
                <a:cs typeface="Noto Serif CJK SC"/>
              </a:defRPr>
            </a:lvl3pPr>
            <a:lvl4pPr algn="ctr">
              <a:defRPr sz="3525" b="1">
                <a:solidFill>
                  <a:srgbClr val="990B22"/>
                </a:solidFill>
                <a:latin typeface="Noto Serif CJK SC"/>
                <a:ea typeface="Noto Serif CJK SC"/>
                <a:cs typeface="Noto Serif CJK SC"/>
              </a:defRPr>
            </a:lvl4pPr>
            <a:lvl5pPr algn="ctr">
              <a:defRPr sz="3525" b="1">
                <a:solidFill>
                  <a:srgbClr val="990B22"/>
                </a:solidFill>
                <a:latin typeface="Noto Serif CJK SC"/>
                <a:ea typeface="Noto Serif CJK SC"/>
                <a:cs typeface="Noto Serif CJK SC"/>
              </a:defRPr>
            </a:lvl5pPr>
            <a:lvl6pPr algn="ctr">
              <a:defRPr sz="3525" b="1">
                <a:solidFill>
                  <a:srgbClr val="990B22"/>
                </a:solidFill>
                <a:latin typeface="Noto Serif CJK SC"/>
                <a:ea typeface="Noto Serif CJK SC"/>
                <a:cs typeface="Noto Serif CJK SC"/>
              </a:defRPr>
            </a:lvl6pPr>
            <a:lvl7pPr algn="ctr">
              <a:defRPr sz="3525" b="1">
                <a:solidFill>
                  <a:srgbClr val="990B22"/>
                </a:solidFill>
                <a:latin typeface="Noto Serif CJK SC"/>
                <a:ea typeface="Noto Serif CJK SC"/>
                <a:cs typeface="Noto Serif CJK SC"/>
              </a:defRPr>
            </a:lvl7pPr>
            <a:lvl8pPr algn="ctr">
              <a:defRPr sz="3525" b="1">
                <a:solidFill>
                  <a:srgbClr val="990B22"/>
                </a:solidFill>
                <a:latin typeface="Noto Serif CJK SC"/>
                <a:ea typeface="Noto Serif CJK SC"/>
                <a:cs typeface="Noto Serif CJK SC"/>
              </a:defRPr>
            </a:lvl8pPr>
            <a:lvl9pPr algn="ctr">
              <a:defRPr sz="3525" b="1">
                <a:solidFill>
                  <a:srgbClr val="990B22"/>
                </a:solidFill>
                <a:latin typeface="Noto Serif CJK SC"/>
                <a:ea typeface="Noto Serif CJK SC"/>
                <a:cs typeface="Noto Serif CJK SC"/>
              </a:defRPr>
            </a:lvl9pPr>
          </a:lstStyle>
          <a:p>
            <a:pPr algn="ctr">
              <a:lnSpc>
                <a:spcPct val="112000"/>
              </a:lnSpc>
              <a:buNone/>
              <a:defRPr sz="3525" b="1">
                <a:solidFill>
                  <a:srgbClr val="990B22"/>
                </a:solidFill>
                <a:latin typeface="Noto Serif CJK SC"/>
                <a:ea typeface="Noto Serif CJK SC"/>
                <a:cs typeface="Noto Serif CJK SC"/>
              </a:defRPr>
            </a:pPr>
            <a:r>
              <a:rPr sz="3170" b="1">
                <a:solidFill>
                  <a:srgbClr val="990B22"/>
                </a:solidFill>
                <a:latin typeface="Noto Serif CJK SC"/>
                <a:ea typeface="Noto Serif CJK SC"/>
                <a:cs typeface="Noto Serif CJK SC"/>
              </a:rPr>
              <a:t>1949</a:t>
            </a:r>
            <a:endParaRPr sz="3170" b="1">
              <a:solidFill>
                <a:srgbClr val="990B22"/>
              </a:solidFill>
              <a:latin typeface="Noto Serif CJK SC"/>
              <a:ea typeface="Noto Serif CJK SC"/>
              <a:cs typeface="Noto Serif CJK SC"/>
            </a:endParaRPr>
          </a:p>
        </p:txBody>
      </p:sp>
      <p:sp>
        <p:nvSpPr>
          <p:cNvPr id="33" name="椭圆 32"/>
          <p:cNvSpPr>
            <a:spLocks noGrp="1"/>
          </p:cNvSpPr>
          <p:nvPr>
            <p:custDataLst>
              <p:tags r:id="rId28"/>
            </p:custDataLst>
          </p:nvPr>
        </p:nvSpPr>
        <p:spPr>
          <a:xfrm>
            <a:off x="10488625" y="2609850"/>
            <a:ext cx="184404" cy="209550"/>
          </a:xfrm>
          <a:prstGeom prst="ellipse">
            <a:avLst/>
          </a:prstGeom>
          <a:solidFill>
            <a:srgbClr val="FFFFFF"/>
          </a:solidFill>
          <a:ln w="33338">
            <a:solidFill>
              <a:srgbClr val="990B22"/>
            </a:solidFill>
            <a:prstDash val="solid"/>
          </a:ln>
        </p:spPr>
        <p:txBody>
          <a:bodyPr lIns="80467" rIns="80467"/>
          <a:p>
            <a:endParaRPr>
              <a:latin typeface="Noto Serif CJK SC"/>
              <a:ea typeface="Noto Serif CJK SC"/>
            </a:endParaRPr>
          </a:p>
        </p:txBody>
      </p:sp>
      <p:sp>
        <p:nvSpPr>
          <p:cNvPr id="34" name="frame-33"/>
          <p:cNvSpPr>
            <a:spLocks noGrp="1"/>
          </p:cNvSpPr>
          <p:nvPr>
            <p:custDataLst>
              <p:tags r:id="rId29"/>
            </p:custDataLst>
          </p:nvPr>
        </p:nvSpPr>
        <p:spPr>
          <a:xfrm>
            <a:off x="9692335" y="3038475"/>
            <a:ext cx="1776984" cy="2162175"/>
          </a:xfrm>
          <a:prstGeom prst="roundRect">
            <a:avLst>
              <a:gd name="adj" fmla="val 3774"/>
            </a:avLst>
          </a:prstGeom>
          <a:solidFill>
            <a:srgbClr val="FFFFFF"/>
          </a:solidFill>
          <a:ln w="25718">
            <a:solidFill>
              <a:srgbClr val="990B22"/>
            </a:solidFill>
            <a:prstDash val="solid"/>
          </a:ln>
        </p:spPr>
        <p:txBody>
          <a:bodyPr lIns="80467" rIns="80467"/>
          <a:p>
            <a:endParaRPr>
              <a:latin typeface="Noto Serif CJK SC"/>
              <a:ea typeface="Noto Serif CJK SC"/>
            </a:endParaRPr>
          </a:p>
        </p:txBody>
      </p:sp>
      <p:sp>
        <p:nvSpPr>
          <p:cNvPr id="35" name="frame-34"/>
          <p:cNvSpPr>
            <a:spLocks noGrp="1"/>
          </p:cNvSpPr>
          <p:nvPr>
            <p:custDataLst>
              <p:tags r:id="rId30"/>
            </p:custDataLst>
          </p:nvPr>
        </p:nvSpPr>
        <p:spPr>
          <a:xfrm>
            <a:off x="9692335" y="3038475"/>
            <a:ext cx="1776984" cy="6667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36" name="text-35"/>
          <p:cNvSpPr>
            <a:spLocks noGrp="1"/>
          </p:cNvSpPr>
          <p:nvPr>
            <p:custDataLst>
              <p:tags r:id="rId31"/>
            </p:custDataLst>
          </p:nvPr>
        </p:nvSpPr>
        <p:spPr>
          <a:xfrm>
            <a:off x="9834829" y="3257550"/>
            <a:ext cx="1491996" cy="666750"/>
          </a:xfrm>
          <a:prstGeom prst="rect">
            <a:avLst/>
          </a:prstGeom>
          <a:noFill/>
          <a:ln w="0">
            <a:noFill/>
            <a:prstDash val="solid"/>
          </a:ln>
        </p:spPr>
        <p:txBody>
          <a:bodyPr wrap="square" lIns="0" tIns="0" rIns="0" bIns="0">
            <a:noAutofit/>
          </a:bodyPr>
          <a:lstStyle>
            <a:defPPr algn="l">
              <a:defRPr sz="2175" b="1">
                <a:solidFill>
                  <a:srgbClr val="990B22"/>
                </a:solidFill>
                <a:latin typeface="Noto Serif CJK SC"/>
                <a:ea typeface="Noto Serif CJK SC"/>
                <a:cs typeface="Noto Serif CJK SC"/>
              </a:defRPr>
            </a:defPPr>
            <a:lvl1pPr algn="l">
              <a:defRPr sz="2175" b="1">
                <a:solidFill>
                  <a:srgbClr val="990B22"/>
                </a:solidFill>
                <a:latin typeface="Noto Serif CJK SC"/>
                <a:ea typeface="Noto Serif CJK SC"/>
                <a:cs typeface="Noto Serif CJK SC"/>
              </a:defRPr>
            </a:lvl1pPr>
            <a:lvl2pPr algn="l">
              <a:defRPr sz="2175" b="1">
                <a:solidFill>
                  <a:srgbClr val="990B22"/>
                </a:solidFill>
                <a:latin typeface="Noto Serif CJK SC"/>
                <a:ea typeface="Noto Serif CJK SC"/>
                <a:cs typeface="Noto Serif CJK SC"/>
              </a:defRPr>
            </a:lvl2pPr>
            <a:lvl3pPr algn="l">
              <a:defRPr sz="2175" b="1">
                <a:solidFill>
                  <a:srgbClr val="990B22"/>
                </a:solidFill>
                <a:latin typeface="Noto Serif CJK SC"/>
                <a:ea typeface="Noto Serif CJK SC"/>
                <a:cs typeface="Noto Serif CJK SC"/>
              </a:defRPr>
            </a:lvl3pPr>
            <a:lvl4pPr algn="l">
              <a:defRPr sz="2175" b="1">
                <a:solidFill>
                  <a:srgbClr val="990B22"/>
                </a:solidFill>
                <a:latin typeface="Noto Serif CJK SC"/>
                <a:ea typeface="Noto Serif CJK SC"/>
                <a:cs typeface="Noto Serif CJK SC"/>
              </a:defRPr>
            </a:lvl4pPr>
            <a:lvl5pPr algn="l">
              <a:defRPr sz="2175" b="1">
                <a:solidFill>
                  <a:srgbClr val="990B22"/>
                </a:solidFill>
                <a:latin typeface="Noto Serif CJK SC"/>
                <a:ea typeface="Noto Serif CJK SC"/>
                <a:cs typeface="Noto Serif CJK SC"/>
              </a:defRPr>
            </a:lvl5pPr>
            <a:lvl6pPr algn="l">
              <a:defRPr sz="2175" b="1">
                <a:solidFill>
                  <a:srgbClr val="990B22"/>
                </a:solidFill>
                <a:latin typeface="Noto Serif CJK SC"/>
                <a:ea typeface="Noto Serif CJK SC"/>
                <a:cs typeface="Noto Serif CJK SC"/>
              </a:defRPr>
            </a:lvl6pPr>
            <a:lvl7pPr algn="l">
              <a:defRPr sz="2175" b="1">
                <a:solidFill>
                  <a:srgbClr val="990B22"/>
                </a:solidFill>
                <a:latin typeface="Noto Serif CJK SC"/>
                <a:ea typeface="Noto Serif CJK SC"/>
                <a:cs typeface="Noto Serif CJK SC"/>
              </a:defRPr>
            </a:lvl7pPr>
            <a:lvl8pPr algn="l">
              <a:defRPr sz="2175" b="1">
                <a:solidFill>
                  <a:srgbClr val="990B22"/>
                </a:solidFill>
                <a:latin typeface="Noto Serif CJK SC"/>
                <a:ea typeface="Noto Serif CJK SC"/>
                <a:cs typeface="Noto Serif CJK SC"/>
              </a:defRPr>
            </a:lvl8pPr>
            <a:lvl9pPr algn="l">
              <a:defRPr sz="2175" b="1">
                <a:solidFill>
                  <a:srgbClr val="990B22"/>
                </a:solidFill>
                <a:latin typeface="Noto Serif CJK SC"/>
                <a:ea typeface="Noto Serif CJK SC"/>
                <a:cs typeface="Noto Serif CJK SC"/>
              </a:defRPr>
            </a:lvl9pPr>
          </a:lstStyle>
          <a:p>
            <a:pPr algn="l">
              <a:lnSpc>
                <a:spcPct val="112000"/>
              </a:lnSpc>
              <a:buNone/>
              <a:defRPr sz="2175" b="1">
                <a:solidFill>
                  <a:srgbClr val="990B22"/>
                </a:solidFill>
                <a:latin typeface="Noto Serif CJK SC"/>
                <a:ea typeface="Noto Serif CJK SC"/>
                <a:cs typeface="Noto Serif CJK SC"/>
              </a:defRPr>
            </a:pPr>
            <a:r>
              <a:rPr sz="1955" b="1">
                <a:solidFill>
                  <a:srgbClr val="990B22"/>
                </a:solidFill>
                <a:latin typeface="Noto Serif CJK SC"/>
                <a:ea typeface="Noto Serif CJK SC"/>
                <a:cs typeface="Noto Serif CJK SC"/>
              </a:rPr>
              <a:t>新中国成立</a:t>
            </a:r>
            <a:endParaRPr sz="1955" b="1">
              <a:solidFill>
                <a:srgbClr val="990B22"/>
              </a:solidFill>
              <a:latin typeface="Noto Serif CJK SC"/>
              <a:ea typeface="Noto Serif CJK SC"/>
              <a:cs typeface="Noto Serif CJK SC"/>
            </a:endParaRPr>
          </a:p>
        </p:txBody>
      </p:sp>
      <p:sp>
        <p:nvSpPr>
          <p:cNvPr id="37" name="text-36"/>
          <p:cNvSpPr>
            <a:spLocks noGrp="1"/>
          </p:cNvSpPr>
          <p:nvPr>
            <p:custDataLst>
              <p:tags r:id="rId32"/>
            </p:custDataLst>
          </p:nvPr>
        </p:nvSpPr>
        <p:spPr>
          <a:xfrm>
            <a:off x="9834829" y="4067175"/>
            <a:ext cx="1491996" cy="952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l">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民族制度建设</a:t>
            </a:r>
            <a:endParaRPr sz="1820" b="0">
              <a:solidFill>
                <a:srgbClr val="333333"/>
              </a:solidFill>
              <a:latin typeface="Noto Serif CJK SC"/>
              <a:ea typeface="Noto Serif CJK SC"/>
              <a:cs typeface="Noto Serif CJK SC"/>
            </a:endParaRPr>
          </a:p>
        </p:txBody>
      </p:sp>
      <p:sp>
        <p:nvSpPr>
          <p:cNvPr id="41" name="Rectangle 40"/>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278892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 y="2926079"/>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srgbClr val="990B22"/>
                </a:solidFill>
                <a:latin typeface="Noto Serif CJK SC"/>
                <a:ea typeface="Noto Serif CJK SC"/>
                <a:cs typeface="Noto Serif CJK SC"/>
              </a:rPr>
              <a:t>研读导论</a:t>
            </a:r>
          </a:p>
        </p:txBody>
      </p:sp>
      <p:sp>
        <p:nvSpPr>
          <p:cNvPr id="46" name="Rectangle 45"/>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p>
        </p:txBody>
      </p:sp>
      <p:sp>
        <p:nvSpPr>
          <p:cNvPr id="52" name="Rectangle 51"/>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民族政策</a:t>
            </a:r>
          </a:p>
        </p:txBody>
      </p:sp>
      <p:sp>
        <p:nvSpPr>
          <p:cNvPr id="55" name="Rectangle 54"/>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p>
        </p:txBody>
      </p:sp>
      <p:sp>
        <p:nvSpPr>
          <p:cNvPr id="60" name="Rectangle 59"/>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04</a:t>
            </a:r>
            <a:endParaRPr>
              <a:latin typeface="Noto Serif CJK SC"/>
              <a:ea typeface="Noto Serif CJK SC"/>
            </a:endParaRPr>
          </a:p>
        </p:txBody>
      </p:sp>
      <p:sp>
        <p:nvSpPr>
          <p:cNvPr id="4"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边疆</a:t>
            </a:r>
            <a:r>
              <a:rPr lang="zh-CN" sz="1500" b="0">
                <a:solidFill>
                  <a:srgbClr val="FFFFFF"/>
                </a:solidFill>
                <a:latin typeface="Noto Serif CJK SC"/>
                <a:ea typeface="Noto Serif CJK SC"/>
                <a:cs typeface="Noto Serif CJK SC"/>
              </a:rPr>
              <a:t>形势</a:t>
            </a:r>
            <a:endParaRPr lang="en-US"/>
          </a:p>
        </p:txBody>
      </p:sp>
      <p:sp>
        <p:nvSpPr>
          <p:cNvPr id="5"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a:t>
            </a:r>
            <a:r>
              <a:rPr lang="zh-CN" sz="1500" b="0">
                <a:solidFill>
                  <a:srgbClr val="FFFFFF"/>
                </a:solidFill>
                <a:latin typeface="Noto Serif CJK SC"/>
                <a:ea typeface="Noto Serif CJK SC"/>
                <a:cs typeface="Noto Serif CJK SC"/>
              </a:rPr>
              <a:t>总结</a:t>
            </a:r>
            <a:endParaRPr lang="zh-CN"/>
          </a:p>
        </p:txBody>
      </p:sp>
      <p:sp>
        <p:nvSpPr>
          <p:cNvPr id="6" name="TextBox 19"/>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p>
        </p:txBody>
      </p:sp>
      <p:sp>
        <p:nvSpPr>
          <p:cNvPr id="63" name="TextBox 20"/>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12" name="图片 11"/>
          <p:cNvPicPr>
            <a:picLocks noChangeAspect="1"/>
          </p:cNvPicPr>
          <p:nvPr/>
        </p:nvPicPr>
        <p:blipFill>
          <a:blip r:embed="rId1"/>
          <a:stretch>
            <a:fillRect/>
          </a:stretch>
        </p:blipFill>
        <p:spPr>
          <a:xfrm>
            <a:off x="6812280" y="1965960"/>
            <a:ext cx="4663440" cy="3111259"/>
          </a:xfrm>
          <a:prstGeom prst="rect">
            <a:avLst/>
          </a:prstGeom>
        </p:spPr>
      </p:pic>
      <p:sp>
        <p:nvSpPr>
          <p:cNvPr id="13" name="Rectangle 12"/>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920240" y="1371600"/>
            <a:ext cx="1828800" cy="923290"/>
          </a:xfrm>
          <a:prstGeom prst="rect">
            <a:avLst/>
          </a:prstGeom>
          <a:noFill/>
        </p:spPr>
        <p:txBody>
          <a:bodyPr wrap="square" lIns="18288" tIns="0" rIns="18288" bIns="0">
            <a:spAutoFit/>
          </a:bodyPr>
          <a:lstStyle/>
          <a:p>
            <a:pPr algn="l">
              <a:defRPr sz="6000" b="1">
                <a:solidFill>
                  <a:srgbClr val="990B22"/>
                </a:solidFill>
                <a:latin typeface="Noto Serif CJK SC"/>
              </a:defRPr>
            </a:pPr>
            <a:r>
              <a:rPr sz="6000" b="1">
                <a:solidFill>
                  <a:srgbClr val="990B22"/>
                </a:solidFill>
                <a:latin typeface="Noto Serif CJK SC"/>
                <a:ea typeface="Noto Serif CJK SC"/>
                <a:cs typeface="Noto Serif CJK SC"/>
              </a:rPr>
              <a:t>01</a:t>
            </a:r>
            <a:endParaRPr>
              <a:latin typeface="Noto Serif CJK SC"/>
              <a:cs typeface="Noto Serif CJK SC"/>
            </a:endParaRPr>
          </a:p>
        </p:txBody>
      </p:sp>
      <p:sp>
        <p:nvSpPr>
          <p:cNvPr id="17" name="Rectangle 16"/>
          <p:cNvSpPr/>
          <p:nvPr/>
        </p:nvSpPr>
        <p:spPr>
          <a:xfrm>
            <a:off x="1938528" y="2423160"/>
            <a:ext cx="4297680" cy="2286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920240" y="2770632"/>
            <a:ext cx="4663440" cy="522605"/>
          </a:xfrm>
          <a:prstGeom prst="rect">
            <a:avLst/>
          </a:prstGeom>
          <a:noFill/>
        </p:spPr>
        <p:txBody>
          <a:bodyPr wrap="square" lIns="18288" tIns="0" rIns="18288" bIns="0">
            <a:spAutoFit/>
          </a:bodyPr>
          <a:lstStyle/>
          <a:p>
            <a:pPr algn="l">
              <a:defRPr sz="3400" b="1">
                <a:solidFill>
                  <a:srgbClr val="990B22"/>
                </a:solidFill>
                <a:latin typeface="Noto Serif CJK SC"/>
              </a:defRPr>
            </a:pPr>
            <a:r>
              <a:rPr sz="3400" b="1">
                <a:solidFill>
                  <a:srgbClr val="990B22"/>
                </a:solidFill>
                <a:latin typeface="Noto Serif CJK SC"/>
                <a:ea typeface="Noto Serif CJK SC"/>
                <a:cs typeface="Noto Serif CJK SC"/>
              </a:rPr>
              <a:t>边疆</a:t>
            </a:r>
            <a:r>
              <a:rPr lang="zh-CN" sz="3400" b="1">
                <a:solidFill>
                  <a:srgbClr val="990B22"/>
                </a:solidFill>
                <a:latin typeface="Noto Serif CJK SC"/>
                <a:ea typeface="Noto Serif CJK SC"/>
                <a:cs typeface="Noto Serif CJK SC"/>
              </a:rPr>
              <a:t>形势</a:t>
            </a:r>
            <a:endParaRPr lang="zh-CN"/>
          </a:p>
        </p:txBody>
      </p:sp>
      <p:sp>
        <p:nvSpPr>
          <p:cNvPr id="19" name="TextBox 18"/>
          <p:cNvSpPr txBox="1"/>
          <p:nvPr/>
        </p:nvSpPr>
        <p:spPr>
          <a:xfrm>
            <a:off x="1920240" y="4251960"/>
            <a:ext cx="4480560" cy="1234440"/>
          </a:xfrm>
          <a:prstGeom prst="rect">
            <a:avLst/>
          </a:prstGeom>
          <a:noFill/>
        </p:spPr>
        <p:txBody>
          <a:bodyPr wrap="square" lIns="18288" tIns="0" rIns="18288" bIns="0">
            <a:spAutoFit/>
          </a:bodyPr>
          <a:lstStyle/>
          <a:p>
            <a:pPr algn="l">
              <a:defRPr sz="2300" b="0">
                <a:solidFill>
                  <a:srgbClr val="555555"/>
                </a:solidFill>
                <a:latin typeface="Noto Serif CJK SC"/>
              </a:defRPr>
            </a:pPr>
            <a:r>
              <a:rPr sz="2300" b="0">
                <a:solidFill>
                  <a:srgbClr val="555555"/>
                </a:solidFill>
                <a:latin typeface="Noto Serif CJK SC"/>
                <a:ea typeface="Noto Serif CJK SC"/>
                <a:cs typeface="Noto Serif CJK SC"/>
              </a:rPr>
              <a:t>外部侵略如何与地方政治交织？</a:t>
            </a:r>
          </a:p>
        </p:txBody>
      </p:sp>
      <p:sp>
        <p:nvSpPr>
          <p:cNvPr id="21" name="TextBox 20"/>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辛亥革命后的困境</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69545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8" name="frame-7"/>
          <p:cNvSpPr>
            <a:spLocks noGrp="1"/>
          </p:cNvSpPr>
          <p:nvPr/>
        </p:nvSpPr>
        <p:spPr>
          <a:xfrm>
            <a:off x="1779727" y="169545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9" name="frame-8"/>
          <p:cNvSpPr>
            <a:spLocks noGrp="1"/>
          </p:cNvSpPr>
          <p:nvPr/>
        </p:nvSpPr>
        <p:spPr>
          <a:xfrm>
            <a:off x="1863547" y="1695450"/>
            <a:ext cx="2279904"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10" name="text-9"/>
          <p:cNvSpPr>
            <a:spLocks noGrp="1"/>
          </p:cNvSpPr>
          <p:nvPr/>
        </p:nvSpPr>
        <p:spPr>
          <a:xfrm>
            <a:off x="1989277" y="176212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共和与民族平等</a:t>
            </a:r>
            <a:endParaRPr sz="2090" b="1">
              <a:solidFill>
                <a:srgbClr val="990B22"/>
              </a:solidFill>
              <a:latin typeface="Noto Serif CJK SC"/>
              <a:ea typeface="Noto Serif CJK SC"/>
              <a:cs typeface="Noto Serif CJK SC"/>
            </a:endParaRPr>
          </a:p>
        </p:txBody>
      </p:sp>
      <p:sp>
        <p:nvSpPr>
          <p:cNvPr id="11" name="frame-10"/>
          <p:cNvSpPr>
            <a:spLocks noGrp="1"/>
          </p:cNvSpPr>
          <p:nvPr/>
        </p:nvSpPr>
        <p:spPr>
          <a:xfrm>
            <a:off x="1989277" y="220980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12" name="text-11"/>
          <p:cNvSpPr>
            <a:spLocks noGrp="1"/>
          </p:cNvSpPr>
          <p:nvPr/>
        </p:nvSpPr>
        <p:spPr>
          <a:xfrm>
            <a:off x="1989277" y="230505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辛亥革命推翻清朝统治，提出共和与民族平等的政治主张。但社会结构并未随政体变更而根本改变，新的国家认同仍面临现实阻力。</a:t>
            </a:r>
            <a:endParaRPr sz="1755" b="0">
              <a:solidFill>
                <a:srgbClr val="333333"/>
              </a:solidFill>
              <a:latin typeface="Noto Serif CJK SC"/>
              <a:ea typeface="Noto Serif CJK SC"/>
              <a:cs typeface="Noto Serif CJK SC"/>
            </a:endParaRPr>
          </a:p>
        </p:txBody>
      </p:sp>
      <p:sp>
        <p:nvSpPr>
          <p:cNvPr id="13" name="frame-12"/>
          <p:cNvSpPr>
            <a:spLocks noGrp="1"/>
          </p:cNvSpPr>
          <p:nvPr/>
        </p:nvSpPr>
        <p:spPr>
          <a:xfrm>
            <a:off x="1779727" y="320040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14" name="frame-13"/>
          <p:cNvSpPr>
            <a:spLocks noGrp="1"/>
          </p:cNvSpPr>
          <p:nvPr/>
        </p:nvSpPr>
        <p:spPr>
          <a:xfrm>
            <a:off x="1779727" y="320040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5" name="frame-14"/>
          <p:cNvSpPr>
            <a:spLocks noGrp="1"/>
          </p:cNvSpPr>
          <p:nvPr/>
        </p:nvSpPr>
        <p:spPr>
          <a:xfrm>
            <a:off x="1863547" y="3200400"/>
            <a:ext cx="2279904"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16" name="text-15"/>
          <p:cNvSpPr>
            <a:spLocks noGrp="1"/>
          </p:cNvSpPr>
          <p:nvPr/>
        </p:nvSpPr>
        <p:spPr>
          <a:xfrm>
            <a:off x="1989277" y="326707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中央与地方关系</a:t>
            </a:r>
            <a:endParaRPr sz="2090" b="1">
              <a:solidFill>
                <a:srgbClr val="990B22"/>
              </a:solidFill>
              <a:latin typeface="Noto Serif CJK SC"/>
              <a:ea typeface="Noto Serif CJK SC"/>
              <a:cs typeface="Noto Serif CJK SC"/>
            </a:endParaRPr>
          </a:p>
        </p:txBody>
      </p:sp>
      <p:sp>
        <p:nvSpPr>
          <p:cNvPr id="17" name="frame-16"/>
          <p:cNvSpPr>
            <a:spLocks noGrp="1"/>
          </p:cNvSpPr>
          <p:nvPr/>
        </p:nvSpPr>
        <p:spPr>
          <a:xfrm>
            <a:off x="1989277" y="371475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18" name="text-17"/>
          <p:cNvSpPr>
            <a:spLocks noGrp="1"/>
          </p:cNvSpPr>
          <p:nvPr/>
        </p:nvSpPr>
        <p:spPr>
          <a:xfrm>
            <a:off x="1989277" y="381000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军阀割据和地方权力竞争削弱了国家整合能力。中央政府与边疆地方之间的矛盾，又与地方社会内部的阶层、土地和民族关系相互交织。</a:t>
            </a:r>
            <a:endParaRPr sz="1755" b="0">
              <a:solidFill>
                <a:srgbClr val="333333"/>
              </a:solidFill>
              <a:latin typeface="Noto Serif CJK SC"/>
              <a:ea typeface="Noto Serif CJK SC"/>
              <a:cs typeface="Noto Serif CJK SC"/>
            </a:endParaRPr>
          </a:p>
        </p:txBody>
      </p:sp>
      <p:sp>
        <p:nvSpPr>
          <p:cNvPr id="19" name="frame-18"/>
          <p:cNvSpPr>
            <a:spLocks noGrp="1"/>
          </p:cNvSpPr>
          <p:nvPr/>
        </p:nvSpPr>
        <p:spPr>
          <a:xfrm>
            <a:off x="1779727" y="470535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20" name="frame-19"/>
          <p:cNvSpPr>
            <a:spLocks noGrp="1"/>
          </p:cNvSpPr>
          <p:nvPr/>
        </p:nvSpPr>
        <p:spPr>
          <a:xfrm>
            <a:off x="1779727" y="470535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21" name="frame-20"/>
          <p:cNvSpPr>
            <a:spLocks noGrp="1"/>
          </p:cNvSpPr>
          <p:nvPr/>
        </p:nvSpPr>
        <p:spPr>
          <a:xfrm>
            <a:off x="1863547" y="4705350"/>
            <a:ext cx="2279904"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22" name="text-21"/>
          <p:cNvSpPr>
            <a:spLocks noGrp="1"/>
          </p:cNvSpPr>
          <p:nvPr/>
        </p:nvSpPr>
        <p:spPr>
          <a:xfrm>
            <a:off x="1989277" y="477202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外部侵略的介入</a:t>
            </a:r>
            <a:endParaRPr sz="2090" b="1">
              <a:solidFill>
                <a:srgbClr val="990B22"/>
              </a:solidFill>
              <a:latin typeface="Noto Serif CJK SC"/>
              <a:ea typeface="Noto Serif CJK SC"/>
              <a:cs typeface="Noto Serif CJK SC"/>
            </a:endParaRPr>
          </a:p>
        </p:txBody>
      </p:sp>
      <p:sp>
        <p:nvSpPr>
          <p:cNvPr id="23" name="frame-22"/>
          <p:cNvSpPr>
            <a:spLocks noGrp="1"/>
          </p:cNvSpPr>
          <p:nvPr/>
        </p:nvSpPr>
        <p:spPr>
          <a:xfrm>
            <a:off x="1989277" y="521970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24" name="text-23"/>
          <p:cNvSpPr>
            <a:spLocks noGrp="1"/>
          </p:cNvSpPr>
          <p:nvPr/>
        </p:nvSpPr>
        <p:spPr>
          <a:xfrm>
            <a:off x="1989277" y="531495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列强利用中国内部矛盾扩大影响，使原有的地方问题与国家主权危机相联系。理解边疆动荡，需要同时考察对外关系和内部治理。</a:t>
            </a:r>
            <a:endParaRPr sz="1755" b="0">
              <a:solidFill>
                <a:srgbClr val="333333"/>
              </a:solidFill>
              <a:latin typeface="Noto Serif CJK SC"/>
              <a:ea typeface="Noto Serif CJK SC"/>
              <a:cs typeface="Noto Serif CJK SC"/>
            </a:endParaRPr>
          </a:p>
        </p:txBody>
      </p:sp>
      <p:sp>
        <p:nvSpPr>
          <p:cNvPr id="25" name="Rectangle 24"/>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Rectangle 27"/>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TextBox 28"/>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30" name="Rectangle 29"/>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Rectangle 30"/>
          <p:cNvSpPr/>
          <p:nvPr/>
        </p:nvSpPr>
        <p:spPr>
          <a:xfrm>
            <a:off x="0" y="338327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Rectangle 32"/>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4" name="Rectangle 33"/>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TextBox 34"/>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endParaRPr>
              <a:latin typeface="Noto Serif CJK SC"/>
              <a:ea typeface="Noto Serif CJK SC"/>
            </a:endParaRPr>
          </a:p>
        </p:txBody>
      </p:sp>
      <p:sp>
        <p:nvSpPr>
          <p:cNvPr id="36" name="Rectangle 35"/>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7" name="Rectangle 36"/>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8" name="TextBox 37"/>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民族政策</a:t>
            </a:r>
            <a:endParaRPr>
              <a:latin typeface="Noto Serif CJK SC"/>
              <a:ea typeface="Noto Serif CJK SC"/>
            </a:endParaRPr>
          </a:p>
        </p:txBody>
      </p:sp>
      <p:sp>
        <p:nvSpPr>
          <p:cNvPr id="39" name="Rectangle 38"/>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0" name="Rectangle 39"/>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2" name="Rectangle 41"/>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3" name="TextBox 42"/>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44" name="Rectangle 43"/>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5" name="Rectangle 44"/>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6" name="TextBox 45"/>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06</a:t>
            </a:r>
            <a:endParaRPr>
              <a:latin typeface="Noto Serif CJK SC"/>
              <a:ea typeface="Noto Serif CJK SC"/>
            </a:endParaRPr>
          </a:p>
        </p:txBody>
      </p:sp>
      <p:sp>
        <p:nvSpPr>
          <p:cNvPr id="4"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altLang="en-US" sz="1500" b="1">
                <a:solidFill>
                  <a:srgbClr val="990B22"/>
                </a:solidFill>
                <a:latin typeface="Noto Serif CJK SC"/>
                <a:ea typeface="Noto Serif CJK SC"/>
                <a:cs typeface="Noto Serif CJK SC"/>
              </a:rPr>
              <a:t>边疆形势</a:t>
            </a:r>
            <a:endParaRPr lang="zh-CN" altLang="en-US">
              <a:latin typeface="Noto Serif CJK SC"/>
              <a:ea typeface="Noto Serif CJK SC"/>
            </a:endParaRPr>
          </a:p>
        </p:txBody>
      </p:sp>
      <p:sp>
        <p:nvSpPr>
          <p:cNvPr id="5"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a:t>
            </a:r>
            <a:r>
              <a:rPr lang="zh-CN" sz="1500" b="0">
                <a:solidFill>
                  <a:srgbClr val="FFFFFF"/>
                </a:solidFill>
                <a:latin typeface="Noto Serif CJK SC"/>
                <a:ea typeface="Noto Serif CJK SC"/>
                <a:cs typeface="Noto Serif CJK SC"/>
              </a:rPr>
              <a:t>总结</a:t>
            </a:r>
            <a:endParaRPr lang="zh-CN">
              <a:latin typeface="Noto Serif CJK SC"/>
              <a:ea typeface="Noto Serif CJK SC"/>
            </a:endParaRPr>
          </a:p>
        </p:txBody>
      </p:sp>
      <p:sp>
        <p:nvSpPr>
          <p:cNvPr id="6" name="TextBox 19"/>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47" name="TextBox 20"/>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东北：殖民控制的多种手段</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714500"/>
            <a:ext cx="4760976" cy="1352550"/>
          </a:xfrm>
          <a:prstGeom prst="roundRect">
            <a:avLst>
              <a:gd name="adj" fmla="val 5634"/>
            </a:avLst>
          </a:prstGeom>
          <a:solidFill>
            <a:srgbClr val="FFFFFF"/>
          </a:solidFill>
          <a:ln w="23813">
            <a:solidFill>
              <a:srgbClr val="990B22"/>
            </a:solidFill>
            <a:prstDash val="solid"/>
          </a:ln>
        </p:spPr>
        <p:txBody>
          <a:bodyPr lIns="80467" rIns="80467"/>
          <a:p>
            <a:endParaRPr>
              <a:latin typeface="Noto Serif CJK SC"/>
              <a:ea typeface="Noto Serif CJK SC"/>
              <a:cs typeface="Noto Serif CJK SC"/>
            </a:endParaRPr>
          </a:p>
        </p:txBody>
      </p:sp>
      <p:sp>
        <p:nvSpPr>
          <p:cNvPr id="8" name="frame-7"/>
          <p:cNvSpPr>
            <a:spLocks noGrp="1"/>
          </p:cNvSpPr>
          <p:nvPr/>
        </p:nvSpPr>
        <p:spPr>
          <a:xfrm>
            <a:off x="1779727" y="1714500"/>
            <a:ext cx="67056" cy="135255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9" name="text-8"/>
          <p:cNvSpPr>
            <a:spLocks noGrp="1"/>
          </p:cNvSpPr>
          <p:nvPr/>
        </p:nvSpPr>
        <p:spPr>
          <a:xfrm>
            <a:off x="1972513" y="1809750"/>
            <a:ext cx="4375404" cy="409575"/>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l">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经济控制</a:t>
            </a:r>
            <a:endParaRPr sz="2025" b="1">
              <a:solidFill>
                <a:srgbClr val="990B22"/>
              </a:solidFill>
              <a:latin typeface="Noto Serif CJK SC"/>
              <a:ea typeface="Noto Serif CJK SC"/>
              <a:cs typeface="Noto Serif CJK SC"/>
            </a:endParaRPr>
          </a:p>
        </p:txBody>
      </p:sp>
      <p:sp>
        <p:nvSpPr>
          <p:cNvPr id="10" name="text-9"/>
          <p:cNvSpPr>
            <a:spLocks noGrp="1"/>
          </p:cNvSpPr>
          <p:nvPr/>
        </p:nvSpPr>
        <p:spPr>
          <a:xfrm>
            <a:off x="1972513" y="2266950"/>
            <a:ext cx="4375404" cy="762000"/>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铁路、矿产及经营机构构成控制网络，资源掠夺与交通控制相互配合。</a:t>
            </a:r>
            <a:endParaRPr sz="1890" b="0">
              <a:solidFill>
                <a:srgbClr val="333333"/>
              </a:solidFill>
              <a:latin typeface="Noto Serif CJK SC"/>
              <a:ea typeface="Noto Serif CJK SC"/>
              <a:cs typeface="Noto Serif CJK SC"/>
            </a:endParaRPr>
          </a:p>
        </p:txBody>
      </p:sp>
      <p:sp>
        <p:nvSpPr>
          <p:cNvPr id="11" name="frame-10"/>
          <p:cNvSpPr>
            <a:spLocks noGrp="1"/>
          </p:cNvSpPr>
          <p:nvPr/>
        </p:nvSpPr>
        <p:spPr>
          <a:xfrm>
            <a:off x="1779727" y="3219450"/>
            <a:ext cx="4760976" cy="1352550"/>
          </a:xfrm>
          <a:prstGeom prst="roundRect">
            <a:avLst>
              <a:gd name="adj" fmla="val 5634"/>
            </a:avLst>
          </a:prstGeom>
          <a:solidFill>
            <a:srgbClr val="FFFFFF"/>
          </a:solidFill>
          <a:ln w="23813">
            <a:solidFill>
              <a:srgbClr val="990B22"/>
            </a:solidFill>
            <a:prstDash val="solid"/>
          </a:ln>
        </p:spPr>
        <p:txBody>
          <a:bodyPr lIns="80467" rIns="80467"/>
          <a:p>
            <a:endParaRPr>
              <a:latin typeface="Noto Serif CJK SC"/>
              <a:ea typeface="Noto Serif CJK SC"/>
              <a:cs typeface="Noto Serif CJK SC"/>
            </a:endParaRPr>
          </a:p>
        </p:txBody>
      </p:sp>
      <p:sp>
        <p:nvSpPr>
          <p:cNvPr id="12" name="frame-11"/>
          <p:cNvSpPr>
            <a:spLocks noGrp="1"/>
          </p:cNvSpPr>
          <p:nvPr/>
        </p:nvSpPr>
        <p:spPr>
          <a:xfrm>
            <a:off x="1779727" y="3219450"/>
            <a:ext cx="67056" cy="135255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13" name="text-12"/>
          <p:cNvSpPr>
            <a:spLocks noGrp="1"/>
          </p:cNvSpPr>
          <p:nvPr/>
        </p:nvSpPr>
        <p:spPr>
          <a:xfrm>
            <a:off x="1972513" y="3314700"/>
            <a:ext cx="4375404" cy="409575"/>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l">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政治控制</a:t>
            </a:r>
            <a:endParaRPr sz="2025" b="1">
              <a:solidFill>
                <a:srgbClr val="990B22"/>
              </a:solidFill>
              <a:latin typeface="Noto Serif CJK SC"/>
              <a:ea typeface="Noto Serif CJK SC"/>
              <a:cs typeface="Noto Serif CJK SC"/>
            </a:endParaRPr>
          </a:p>
        </p:txBody>
      </p:sp>
      <p:sp>
        <p:nvSpPr>
          <p:cNvPr id="14" name="text-13"/>
          <p:cNvSpPr>
            <a:spLocks noGrp="1"/>
          </p:cNvSpPr>
          <p:nvPr/>
        </p:nvSpPr>
        <p:spPr>
          <a:xfrm>
            <a:off x="1972513" y="3771900"/>
            <a:ext cx="4375404" cy="762000"/>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九一八事变后日本扩大侵略，1932年建立伪满洲国，以伪政权实施殖民统治。</a:t>
            </a:r>
            <a:endParaRPr sz="1890" b="0">
              <a:solidFill>
                <a:srgbClr val="333333"/>
              </a:solidFill>
              <a:latin typeface="Noto Serif CJK SC"/>
              <a:ea typeface="Noto Serif CJK SC"/>
              <a:cs typeface="Noto Serif CJK SC"/>
            </a:endParaRPr>
          </a:p>
        </p:txBody>
      </p:sp>
      <p:sp>
        <p:nvSpPr>
          <p:cNvPr id="15" name="frame-14"/>
          <p:cNvSpPr>
            <a:spLocks noGrp="1"/>
          </p:cNvSpPr>
          <p:nvPr/>
        </p:nvSpPr>
        <p:spPr>
          <a:xfrm>
            <a:off x="1779727" y="4724400"/>
            <a:ext cx="4760976" cy="1352550"/>
          </a:xfrm>
          <a:prstGeom prst="roundRect">
            <a:avLst>
              <a:gd name="adj" fmla="val 5634"/>
            </a:avLst>
          </a:prstGeom>
          <a:solidFill>
            <a:srgbClr val="FFFFFF"/>
          </a:solidFill>
          <a:ln w="23813">
            <a:solidFill>
              <a:srgbClr val="990B22"/>
            </a:solidFill>
            <a:prstDash val="solid"/>
          </a:ln>
        </p:spPr>
        <p:txBody>
          <a:bodyPr lIns="80467" rIns="80467"/>
          <a:p>
            <a:endParaRPr>
              <a:latin typeface="Noto Serif CJK SC"/>
              <a:ea typeface="Noto Serif CJK SC"/>
              <a:cs typeface="Noto Serif CJK SC"/>
            </a:endParaRPr>
          </a:p>
        </p:txBody>
      </p:sp>
      <p:sp>
        <p:nvSpPr>
          <p:cNvPr id="16" name="frame-15"/>
          <p:cNvSpPr>
            <a:spLocks noGrp="1"/>
          </p:cNvSpPr>
          <p:nvPr/>
        </p:nvSpPr>
        <p:spPr>
          <a:xfrm>
            <a:off x="1779727" y="4724400"/>
            <a:ext cx="67056" cy="135255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17" name="text-16"/>
          <p:cNvSpPr>
            <a:spLocks noGrp="1"/>
          </p:cNvSpPr>
          <p:nvPr/>
        </p:nvSpPr>
        <p:spPr>
          <a:xfrm>
            <a:off x="1972513" y="4819650"/>
            <a:ext cx="4375404" cy="409575"/>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l">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文化控制</a:t>
            </a:r>
            <a:endParaRPr sz="2025" b="1">
              <a:solidFill>
                <a:srgbClr val="990B22"/>
              </a:solidFill>
              <a:latin typeface="Noto Serif CJK SC"/>
              <a:ea typeface="Noto Serif CJK SC"/>
              <a:cs typeface="Noto Serif CJK SC"/>
            </a:endParaRPr>
          </a:p>
        </p:txBody>
      </p:sp>
      <p:sp>
        <p:nvSpPr>
          <p:cNvPr id="18" name="text-17"/>
          <p:cNvSpPr>
            <a:spLocks noGrp="1"/>
          </p:cNvSpPr>
          <p:nvPr/>
        </p:nvSpPr>
        <p:spPr>
          <a:xfrm>
            <a:off x="1972513" y="5276850"/>
            <a:ext cx="4375404" cy="762000"/>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控制学校、出版及历史叙述，借调查研究和文化宣传割裂东北与中国的历史联系。</a:t>
            </a:r>
            <a:endParaRPr sz="1890" b="0">
              <a:solidFill>
                <a:srgbClr val="333333"/>
              </a:solidFill>
              <a:latin typeface="Noto Serif CJK SC"/>
              <a:ea typeface="Noto Serif CJK SC"/>
              <a:cs typeface="Noto Serif CJK SC"/>
            </a:endParaRPr>
          </a:p>
        </p:txBody>
      </p:sp>
      <p:sp>
        <p:nvSpPr>
          <p:cNvPr id="19" name="frame-18"/>
          <p:cNvSpPr>
            <a:spLocks noGrp="1"/>
          </p:cNvSpPr>
          <p:nvPr/>
        </p:nvSpPr>
        <p:spPr>
          <a:xfrm>
            <a:off x="6901129" y="2295525"/>
            <a:ext cx="4626864" cy="3486150"/>
          </a:xfrm>
          <a:prstGeom prst="roundRect">
            <a:avLst>
              <a:gd name="adj" fmla="val 2186"/>
            </a:avLst>
          </a:prstGeom>
          <a:solidFill>
            <a:srgbClr val="FFFFFF"/>
          </a:solidFill>
          <a:ln w="25718">
            <a:solidFill>
              <a:srgbClr val="990B22"/>
            </a:solidFill>
            <a:prstDash val="solid"/>
          </a:ln>
        </p:spPr>
        <p:txBody>
          <a:bodyPr lIns="80467" rIns="80467"/>
          <a:p>
            <a:endParaRPr>
              <a:latin typeface="Noto Serif CJK SC"/>
              <a:ea typeface="Noto Serif CJK SC"/>
              <a:cs typeface="Noto Serif CJK SC"/>
            </a:endParaRPr>
          </a:p>
        </p:txBody>
      </p:sp>
      <p:sp>
        <p:nvSpPr>
          <p:cNvPr id="20" name="frame-19"/>
          <p:cNvSpPr>
            <a:spLocks noGrp="1"/>
          </p:cNvSpPr>
          <p:nvPr/>
        </p:nvSpPr>
        <p:spPr>
          <a:xfrm>
            <a:off x="6901129" y="2295525"/>
            <a:ext cx="544830" cy="476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21" name="frame-20"/>
          <p:cNvSpPr>
            <a:spLocks noGrp="1"/>
          </p:cNvSpPr>
          <p:nvPr/>
        </p:nvSpPr>
        <p:spPr>
          <a:xfrm>
            <a:off x="6901129" y="2295525"/>
            <a:ext cx="41910" cy="49530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pic>
        <p:nvPicPr>
          <p:cNvPr id="22" name="图片 21"/>
          <p:cNvPicPr>
            <a:picLocks noChangeAspect="1"/>
          </p:cNvPicPr>
          <p:nvPr/>
        </p:nvPicPr>
        <p:blipFill>
          <a:blip r:embed="rId1"/>
          <a:stretch>
            <a:fillRect/>
          </a:stretch>
        </p:blipFill>
        <p:spPr>
          <a:xfrm>
            <a:off x="6959803" y="2364462"/>
            <a:ext cx="4509516" cy="3348276"/>
          </a:xfrm>
          <a:prstGeom prst="rect">
            <a:avLst/>
          </a:prstGeom>
        </p:spPr>
      </p:pic>
      <p:sp>
        <p:nvSpPr>
          <p:cNvPr id="23" name="Rectangle 22"/>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4" name="TextBox 23"/>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25" name="TextBox 24"/>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
        <p:nvSpPr>
          <p:cNvPr id="26" name="Rectangle 25"/>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7" name="TextBox 26"/>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28" name="Rectangle 27"/>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9" name="Rectangle 28"/>
          <p:cNvSpPr/>
          <p:nvPr/>
        </p:nvSpPr>
        <p:spPr>
          <a:xfrm>
            <a:off x="0" y="338327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0"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altLang="en-US" sz="1500" b="1">
                <a:solidFill>
                  <a:srgbClr val="990B22"/>
                </a:solidFill>
                <a:latin typeface="Noto Serif CJK SC"/>
                <a:ea typeface="Noto Serif CJK SC"/>
                <a:cs typeface="Noto Serif CJK SC"/>
              </a:rPr>
              <a:t>边疆形势</a:t>
            </a:r>
            <a:endParaRPr lang="zh-CN" altLang="en-US">
              <a:latin typeface="Noto Serif CJK SC"/>
              <a:ea typeface="Noto Serif CJK SC"/>
            </a:endParaRPr>
          </a:p>
        </p:txBody>
      </p:sp>
      <p:sp>
        <p:nvSpPr>
          <p:cNvPr id="31" name="Rectangle 30"/>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2" name="Rectangle 31"/>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3" name="TextBox 32"/>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endParaRPr>
              <a:latin typeface="Noto Serif CJK SC"/>
              <a:ea typeface="Noto Serif CJK SC"/>
            </a:endParaRPr>
          </a:p>
        </p:txBody>
      </p:sp>
      <p:sp>
        <p:nvSpPr>
          <p:cNvPr id="34" name="Rectangle 33"/>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5" name="Rectangle 34"/>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6" name="TextBox 35"/>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民族政策</a:t>
            </a:r>
            <a:endParaRPr>
              <a:latin typeface="Noto Serif CJK SC"/>
              <a:ea typeface="Noto Serif CJK SC"/>
            </a:endParaRPr>
          </a:p>
        </p:txBody>
      </p:sp>
      <p:sp>
        <p:nvSpPr>
          <p:cNvPr id="37" name="Rectangle 36"/>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8" name="Rectangle 37"/>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0" name="Rectangle 39"/>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1" name="TextBox 40"/>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42" name="Rectangle 41"/>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3" name="Rectangle 42"/>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4" name="TextBox 43"/>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07</a:t>
            </a:r>
            <a:endParaRPr>
              <a:latin typeface="Noto Serif CJK SC"/>
              <a:ea typeface="Noto Serif CJK SC"/>
              <a:cs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学习总结</a:t>
            </a:r>
            <a:endParaRPr lang="zh-CN">
              <a:latin typeface="Noto Serif CJK SC"/>
              <a:ea typeface="Noto Serif CJK SC"/>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49" name="圆角矩形 48"/>
          <p:cNvSpPr/>
          <p:nvPr/>
        </p:nvSpPr>
        <p:spPr>
          <a:xfrm>
            <a:off x="8642875" y="1776730"/>
            <a:ext cx="3239770" cy="1800225"/>
          </a:xfrm>
          <a:prstGeom prst="roundRect">
            <a:avLst/>
          </a:prstGeom>
          <a:noFill/>
          <a:ln>
            <a:solidFill>
              <a:srgbClr val="931829"/>
            </a:solidFill>
          </a:ln>
          <a:extLst>
            <a:ext uri="{909E8E84-426E-40DD-AFC4-6F175D3DCCD1}">
              <a14:hiddenFill xmlns:a14="http://schemas.microsoft.com/office/drawing/2010/main">
                <a:solidFill>
                  <a:srgbClr val="F7F5F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Noto Serif CJK SC"/>
              <a:ea typeface="Noto Serif CJK SC"/>
            </a:endParaRPr>
          </a:p>
        </p:txBody>
      </p:sp>
      <p:sp>
        <p:nvSpPr>
          <p:cNvPr id="48" name="圆角矩形 47"/>
          <p:cNvSpPr/>
          <p:nvPr/>
        </p:nvSpPr>
        <p:spPr>
          <a:xfrm>
            <a:off x="5076001" y="1776730"/>
            <a:ext cx="3239770" cy="1800225"/>
          </a:xfrm>
          <a:prstGeom prst="roundRect">
            <a:avLst/>
          </a:prstGeom>
          <a:noFill/>
          <a:ln>
            <a:solidFill>
              <a:srgbClr val="931829"/>
            </a:solidFill>
          </a:ln>
          <a:extLst>
            <a:ext uri="{909E8E84-426E-40DD-AFC4-6F175D3DCCD1}">
              <a14:hiddenFill xmlns:a14="http://schemas.microsoft.com/office/drawing/2010/main">
                <a:solidFill>
                  <a:srgbClr val="F7F5F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Noto Serif CJK SC"/>
              <a:ea typeface="Noto Serif CJK SC"/>
            </a:endParaRPr>
          </a:p>
        </p:txBody>
      </p:sp>
      <p:sp>
        <p:nvSpPr>
          <p:cNvPr id="47" name="圆角矩形 46"/>
          <p:cNvSpPr/>
          <p:nvPr/>
        </p:nvSpPr>
        <p:spPr>
          <a:xfrm>
            <a:off x="1573530" y="1776730"/>
            <a:ext cx="3240000" cy="1800225"/>
          </a:xfrm>
          <a:prstGeom prst="roundRect">
            <a:avLst/>
          </a:prstGeom>
          <a:noFill/>
          <a:ln>
            <a:solidFill>
              <a:srgbClr val="931829"/>
            </a:solidFill>
          </a:ln>
          <a:extLst>
            <a:ext uri="{909E8E84-426E-40DD-AFC4-6F175D3DCCD1}">
              <a14:hiddenFill xmlns:a14="http://schemas.microsoft.com/office/drawing/2010/main">
                <a:solidFill>
                  <a:srgbClr val="F7F5F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Noto Serif CJK SC"/>
              <a:ea typeface="Noto Serif CJK SC"/>
            </a:endParaRPr>
          </a:p>
        </p:txBody>
      </p:sp>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政治宣传与殖民实践</a:t>
            </a:r>
            <a:endParaRPr sz="2970" b="1">
              <a:solidFill>
                <a:srgbClr val="990B22"/>
              </a:solidFill>
              <a:latin typeface="Noto Serif CJK SC"/>
              <a:ea typeface="Noto Serif CJK SC"/>
              <a:cs typeface="Noto Serif CJK SC"/>
            </a:endParaRPr>
          </a:p>
        </p:txBody>
      </p:sp>
      <p:sp>
        <p:nvSpPr>
          <p:cNvPr id="16" name="Rectangle 15"/>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7" name="TextBox 16"/>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18" name="TextBox 17"/>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
        <p:nvSpPr>
          <p:cNvPr id="19" name="Rectangle 18"/>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0" name="TextBox 19"/>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21" name="Rectangle 20"/>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2" name="Rectangle 21"/>
          <p:cNvSpPr/>
          <p:nvPr/>
        </p:nvSpPr>
        <p:spPr>
          <a:xfrm>
            <a:off x="0" y="338327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4" name="Rectangle 23"/>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5" name="Rectangle 24"/>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TextBox 25"/>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endParaRPr>
              <a:latin typeface="Noto Serif CJK SC"/>
              <a:ea typeface="Noto Serif CJK SC"/>
            </a:endParaRPr>
          </a:p>
        </p:txBody>
      </p:sp>
      <p:sp>
        <p:nvSpPr>
          <p:cNvPr id="27" name="Rectangle 26"/>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Rectangle 27"/>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TextBox 28"/>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民族政策</a:t>
            </a:r>
            <a:endParaRPr>
              <a:latin typeface="Noto Serif CJK SC"/>
              <a:ea typeface="Noto Serif CJK SC"/>
            </a:endParaRPr>
          </a:p>
        </p:txBody>
      </p:sp>
      <p:sp>
        <p:nvSpPr>
          <p:cNvPr id="30" name="Rectangle 29"/>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Rectangle 30"/>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Rectangle 32"/>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4" name="TextBox 33"/>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35" name="Rectangle 34"/>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6" name="Rectangle 35"/>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 name="矩形 3"/>
          <p:cNvSpPr/>
          <p:nvPr>
            <p:custDataLst>
              <p:tags r:id="rId1"/>
            </p:custDataLst>
          </p:nvPr>
        </p:nvSpPr>
        <p:spPr>
          <a:xfrm>
            <a:off x="1729855" y="2207895"/>
            <a:ext cx="2927350" cy="843280"/>
          </a:xfrm>
          <a:prstGeom prst="rect">
            <a:avLst/>
          </a:prstGeom>
          <a:noFill/>
        </p:spPr>
        <p:txBody>
          <a:bodyPr wrap="square" lIns="0" tIns="0" rIns="0" bIns="0" rtlCol="0">
            <a:noAutofit/>
          </a:bodyPr>
          <a:p>
            <a:pPr algn="ctr">
              <a:lnSpc>
                <a:spcPct val="150000"/>
              </a:lnSpc>
              <a:spcBef>
                <a:spcPct val="0"/>
              </a:spcBef>
              <a:spcAft>
                <a:spcPts val="0"/>
              </a:spcAft>
              <a:defRPr/>
            </a:pPr>
            <a:r>
              <a:rPr kumimoji="1" lang="zh-CN" altLang="en-US" sz="2000" b="1">
                <a:solidFill>
                  <a:schemeClr val="tx1">
                    <a:lumMod val="85000"/>
                    <a:lumOff val="15000"/>
                  </a:schemeClr>
                </a:solidFill>
                <a:latin typeface="Noto Serif CJK SC"/>
                <a:ea typeface="Noto Serif CJK SC"/>
                <a:cs typeface="Noto Serif CJK SC"/>
                <a:sym typeface="+mn-ea"/>
              </a:rPr>
              <a:t>扶植傀儡政权</a:t>
            </a:r>
            <a:endParaRPr kumimoji="1" lang="zh-CN" altLang="en-US" sz="2000" b="1">
              <a:solidFill>
                <a:schemeClr val="tx1">
                  <a:lumMod val="85000"/>
                  <a:lumOff val="15000"/>
                </a:schemeClr>
              </a:solidFill>
              <a:latin typeface="Noto Serif CJK SC"/>
              <a:ea typeface="Noto Serif CJK SC"/>
              <a:cs typeface="Noto Serif CJK SC"/>
              <a:sym typeface="+mn-ea"/>
            </a:endParaRPr>
          </a:p>
          <a:p>
            <a:pPr algn="ctr">
              <a:lnSpc>
                <a:spcPct val="150000"/>
              </a:lnSpc>
              <a:spcBef>
                <a:spcPct val="0"/>
              </a:spcBef>
              <a:spcAft>
                <a:spcPts val="0"/>
              </a:spcAft>
              <a:defRPr/>
            </a:pPr>
            <a:r>
              <a:rPr kumimoji="1" lang="zh-CN" altLang="en-US" sz="2000">
                <a:solidFill>
                  <a:schemeClr val="tx1">
                    <a:lumMod val="85000"/>
                    <a:lumOff val="15000"/>
                  </a:schemeClr>
                </a:solidFill>
                <a:latin typeface="Noto Serif CJK SC"/>
                <a:ea typeface="Noto Serif CJK SC"/>
                <a:cs typeface="Noto Serif CJK SC"/>
                <a:sym typeface="+mn-ea"/>
              </a:rPr>
              <a:t>设置蒙政部、</a:t>
            </a:r>
            <a:endParaRPr kumimoji="1" lang="zh-CN" altLang="en-US" sz="2000">
              <a:solidFill>
                <a:schemeClr val="tx1">
                  <a:lumMod val="85000"/>
                  <a:lumOff val="15000"/>
                </a:schemeClr>
              </a:solidFill>
              <a:latin typeface="Noto Serif CJK SC"/>
              <a:ea typeface="Noto Serif CJK SC"/>
              <a:cs typeface="Noto Serif CJK SC"/>
              <a:sym typeface="+mn-ea"/>
            </a:endParaRPr>
          </a:p>
          <a:p>
            <a:pPr algn="ctr">
              <a:lnSpc>
                <a:spcPct val="150000"/>
              </a:lnSpc>
              <a:spcBef>
                <a:spcPct val="0"/>
              </a:spcBef>
              <a:spcAft>
                <a:spcPts val="0"/>
              </a:spcAft>
              <a:defRPr/>
            </a:pPr>
            <a:r>
              <a:rPr kumimoji="1" lang="zh-CN" altLang="en-US" sz="2000">
                <a:solidFill>
                  <a:schemeClr val="tx1">
                    <a:lumMod val="85000"/>
                    <a:lumOff val="15000"/>
                  </a:schemeClr>
                </a:solidFill>
                <a:latin typeface="Noto Serif CJK SC"/>
                <a:ea typeface="Noto Serif CJK SC"/>
                <a:cs typeface="Noto Serif CJK SC"/>
                <a:sym typeface="+mn-ea"/>
              </a:rPr>
              <a:t>控制内蒙古地区</a:t>
            </a:r>
            <a:endParaRPr kumimoji="1" lang="zh-CN" altLang="en-US" sz="2000">
              <a:solidFill>
                <a:schemeClr val="tx1">
                  <a:lumMod val="85000"/>
                  <a:lumOff val="15000"/>
                </a:schemeClr>
              </a:solidFill>
              <a:latin typeface="Noto Serif CJK SC"/>
              <a:ea typeface="Noto Serif CJK SC"/>
              <a:cs typeface="Noto Serif CJK SC"/>
              <a:sym typeface="+mn-ea"/>
            </a:endParaRPr>
          </a:p>
        </p:txBody>
      </p:sp>
      <p:sp>
        <p:nvSpPr>
          <p:cNvPr id="5" name="矩形 4"/>
          <p:cNvSpPr/>
          <p:nvPr>
            <p:custDataLst>
              <p:tags r:id="rId2"/>
            </p:custDataLst>
          </p:nvPr>
        </p:nvSpPr>
        <p:spPr>
          <a:xfrm>
            <a:off x="5330318" y="2207895"/>
            <a:ext cx="2731135" cy="805180"/>
          </a:xfrm>
          <a:prstGeom prst="rect">
            <a:avLst/>
          </a:prstGeom>
          <a:noFill/>
        </p:spPr>
        <p:txBody>
          <a:bodyPr wrap="square" lIns="0" tIns="0" rIns="0" bIns="0" rtlCol="0">
            <a:noAutofit/>
          </a:bodyPr>
          <a:p>
            <a:pPr algn="ctr">
              <a:lnSpc>
                <a:spcPct val="150000"/>
              </a:lnSpc>
              <a:spcBef>
                <a:spcPct val="0"/>
              </a:spcBef>
              <a:spcAft>
                <a:spcPts val="0"/>
              </a:spcAft>
              <a:defRPr/>
            </a:pPr>
            <a:r>
              <a:rPr kumimoji="1" lang="zh-CN" altLang="en-US" sz="2000" b="1">
                <a:solidFill>
                  <a:schemeClr val="tx1">
                    <a:lumMod val="85000"/>
                    <a:lumOff val="15000"/>
                  </a:schemeClr>
                </a:solidFill>
                <a:latin typeface="Noto Serif CJK SC"/>
                <a:ea typeface="Noto Serif CJK SC"/>
                <a:cs typeface="Noto Serif CJK SC"/>
                <a:sym typeface="+mn-ea"/>
              </a:rPr>
              <a:t>军警与特务组织</a:t>
            </a:r>
            <a:endParaRPr kumimoji="1" lang="zh-CN" altLang="en-US" sz="2000" b="1">
              <a:solidFill>
                <a:schemeClr val="tx1">
                  <a:lumMod val="85000"/>
                  <a:lumOff val="15000"/>
                </a:schemeClr>
              </a:solidFill>
              <a:latin typeface="Noto Serif CJK SC"/>
              <a:ea typeface="Noto Serif CJK SC"/>
              <a:cs typeface="Noto Serif CJK SC"/>
              <a:sym typeface="+mn-ea"/>
            </a:endParaRPr>
          </a:p>
          <a:p>
            <a:pPr algn="ctr">
              <a:lnSpc>
                <a:spcPct val="150000"/>
              </a:lnSpc>
              <a:spcBef>
                <a:spcPct val="0"/>
              </a:spcBef>
              <a:spcAft>
                <a:spcPts val="0"/>
              </a:spcAft>
              <a:defRPr/>
            </a:pPr>
            <a:r>
              <a:rPr kumimoji="1" lang="zh-CN" altLang="en-US" sz="2000">
                <a:solidFill>
                  <a:schemeClr val="tx1">
                    <a:lumMod val="85000"/>
                    <a:lumOff val="15000"/>
                  </a:schemeClr>
                </a:solidFill>
                <a:latin typeface="Noto Serif CJK SC"/>
                <a:ea typeface="Noto Serif CJK SC"/>
                <a:cs typeface="Noto Serif CJK SC"/>
                <a:sym typeface="+mn-ea"/>
              </a:rPr>
              <a:t>保甲制度、</a:t>
            </a:r>
            <a:endParaRPr kumimoji="1" lang="zh-CN" altLang="en-US" sz="2000">
              <a:solidFill>
                <a:schemeClr val="tx1">
                  <a:lumMod val="85000"/>
                  <a:lumOff val="15000"/>
                </a:schemeClr>
              </a:solidFill>
              <a:latin typeface="Noto Serif CJK SC"/>
              <a:ea typeface="Noto Serif CJK SC"/>
              <a:cs typeface="Noto Serif CJK SC"/>
              <a:sym typeface="+mn-ea"/>
            </a:endParaRPr>
          </a:p>
          <a:p>
            <a:pPr algn="ctr">
              <a:lnSpc>
                <a:spcPct val="150000"/>
              </a:lnSpc>
              <a:spcBef>
                <a:spcPct val="0"/>
              </a:spcBef>
              <a:spcAft>
                <a:spcPts val="0"/>
              </a:spcAft>
              <a:defRPr/>
            </a:pPr>
            <a:r>
              <a:rPr kumimoji="1" lang="zh-CN" altLang="en-US" sz="2000">
                <a:solidFill>
                  <a:schemeClr val="tx1">
                    <a:lumMod val="85000"/>
                    <a:lumOff val="15000"/>
                  </a:schemeClr>
                </a:solidFill>
                <a:latin typeface="Noto Serif CJK SC"/>
                <a:ea typeface="Noto Serif CJK SC"/>
                <a:cs typeface="Noto Serif CJK SC"/>
                <a:sym typeface="+mn-ea"/>
              </a:rPr>
              <a:t>无人区“集团部落”</a:t>
            </a:r>
            <a:endParaRPr kumimoji="1" lang="zh-CN" altLang="en-US" sz="2000">
              <a:solidFill>
                <a:schemeClr val="tx1">
                  <a:lumMod val="85000"/>
                  <a:lumOff val="15000"/>
                </a:schemeClr>
              </a:solidFill>
              <a:latin typeface="Noto Serif CJK SC"/>
              <a:ea typeface="Noto Serif CJK SC"/>
              <a:cs typeface="Noto Serif CJK SC"/>
              <a:sym typeface="+mn-ea"/>
            </a:endParaRPr>
          </a:p>
        </p:txBody>
      </p:sp>
      <p:sp>
        <p:nvSpPr>
          <p:cNvPr id="6" name="矩形 5"/>
          <p:cNvSpPr/>
          <p:nvPr>
            <p:custDataLst>
              <p:tags r:id="rId3"/>
            </p:custDataLst>
          </p:nvPr>
        </p:nvSpPr>
        <p:spPr>
          <a:xfrm>
            <a:off x="8975615" y="2207895"/>
            <a:ext cx="2574290" cy="848995"/>
          </a:xfrm>
          <a:prstGeom prst="rect">
            <a:avLst/>
          </a:prstGeom>
          <a:noFill/>
        </p:spPr>
        <p:txBody>
          <a:bodyPr wrap="square" lIns="0" tIns="0" rIns="0" bIns="0" rtlCol="0">
            <a:noAutofit/>
          </a:bodyPr>
          <a:p>
            <a:pPr algn="ctr">
              <a:lnSpc>
                <a:spcPct val="150000"/>
              </a:lnSpc>
              <a:spcBef>
                <a:spcPct val="0"/>
              </a:spcBef>
              <a:spcAft>
                <a:spcPts val="0"/>
              </a:spcAft>
              <a:defRPr/>
            </a:pPr>
            <a:r>
              <a:rPr kumimoji="1" lang="zh-CN" altLang="en-US" sz="2000" b="1" dirty="0">
                <a:solidFill>
                  <a:schemeClr val="tx1">
                    <a:lumMod val="85000"/>
                    <a:lumOff val="15000"/>
                  </a:schemeClr>
                </a:solidFill>
                <a:latin typeface="Noto Serif CJK SC"/>
                <a:ea typeface="Noto Serif CJK SC"/>
                <a:cs typeface="Noto Serif CJK SC"/>
                <a:sym typeface="+mn-ea"/>
              </a:rPr>
              <a:t>奴化教育与文化宣传</a:t>
            </a:r>
            <a:endParaRPr kumimoji="1" lang="zh-CN" altLang="en-US" sz="2000" b="1" dirty="0">
              <a:solidFill>
                <a:schemeClr val="tx1">
                  <a:lumMod val="85000"/>
                  <a:lumOff val="15000"/>
                </a:schemeClr>
              </a:solidFill>
              <a:latin typeface="Noto Serif CJK SC"/>
              <a:ea typeface="Noto Serif CJK SC"/>
              <a:cs typeface="Noto Serif CJK SC"/>
              <a:sym typeface="+mn-ea"/>
            </a:endParaRPr>
          </a:p>
          <a:p>
            <a:pPr algn="ctr">
              <a:lnSpc>
                <a:spcPct val="150000"/>
              </a:lnSpc>
              <a:spcBef>
                <a:spcPct val="0"/>
              </a:spcBef>
              <a:spcAft>
                <a:spcPts val="0"/>
              </a:spcAft>
              <a:defRPr/>
            </a:pPr>
            <a:r>
              <a:rPr kumimoji="1" lang="zh-CN" altLang="en-US" sz="2000" dirty="0">
                <a:solidFill>
                  <a:schemeClr val="tx1">
                    <a:lumMod val="85000"/>
                    <a:lumOff val="15000"/>
                  </a:schemeClr>
                </a:solidFill>
                <a:latin typeface="Noto Serif CJK SC"/>
                <a:ea typeface="Noto Serif CJK SC"/>
                <a:cs typeface="Noto Serif CJK SC"/>
                <a:sym typeface="+mn-ea"/>
              </a:rPr>
              <a:t>歪曲历史、</a:t>
            </a:r>
            <a:endParaRPr kumimoji="1" lang="zh-CN" altLang="en-US" sz="2000" dirty="0">
              <a:solidFill>
                <a:schemeClr val="tx1">
                  <a:lumMod val="85000"/>
                  <a:lumOff val="15000"/>
                </a:schemeClr>
              </a:solidFill>
              <a:latin typeface="Noto Serif CJK SC"/>
              <a:ea typeface="Noto Serif CJK SC"/>
              <a:cs typeface="Noto Serif CJK SC"/>
              <a:sym typeface="+mn-ea"/>
            </a:endParaRPr>
          </a:p>
          <a:p>
            <a:pPr algn="ctr">
              <a:lnSpc>
                <a:spcPct val="150000"/>
              </a:lnSpc>
              <a:spcBef>
                <a:spcPct val="0"/>
              </a:spcBef>
              <a:spcAft>
                <a:spcPts val="0"/>
              </a:spcAft>
              <a:defRPr/>
            </a:pPr>
            <a:r>
              <a:rPr kumimoji="1" lang="zh-CN" altLang="en-US" sz="2000" dirty="0">
                <a:solidFill>
                  <a:schemeClr val="tx1">
                    <a:lumMod val="85000"/>
                    <a:lumOff val="15000"/>
                  </a:schemeClr>
                </a:solidFill>
                <a:latin typeface="Noto Serif CJK SC"/>
                <a:ea typeface="Noto Serif CJK SC"/>
                <a:cs typeface="Noto Serif CJK SC"/>
                <a:sym typeface="+mn-ea"/>
              </a:rPr>
              <a:t>挑拨民族关系</a:t>
            </a:r>
            <a:endParaRPr kumimoji="1" lang="zh-CN" altLang="en-US" sz="2000" dirty="0">
              <a:solidFill>
                <a:schemeClr val="tx1">
                  <a:lumMod val="85000"/>
                  <a:lumOff val="15000"/>
                </a:schemeClr>
              </a:solidFill>
              <a:latin typeface="Noto Serif CJK SC"/>
              <a:ea typeface="Noto Serif CJK SC"/>
              <a:cs typeface="Noto Serif CJK SC"/>
              <a:sym typeface="+mn-ea"/>
            </a:endParaRPr>
          </a:p>
        </p:txBody>
      </p:sp>
      <p:sp>
        <p:nvSpPr>
          <p:cNvPr id="43" name="矩形 42"/>
          <p:cNvSpPr/>
          <p:nvPr>
            <p:custDataLst>
              <p:tags r:id="rId4"/>
            </p:custDataLst>
          </p:nvPr>
        </p:nvSpPr>
        <p:spPr>
          <a:xfrm>
            <a:off x="2136440" y="1840979"/>
            <a:ext cx="2114179" cy="302215"/>
          </a:xfrm>
          <a:prstGeom prst="rect">
            <a:avLst/>
          </a:prstGeom>
          <a:noFill/>
        </p:spPr>
        <p:txBody>
          <a:bodyPr wrap="square" lIns="0" tIns="0" rIns="0" bIns="0" rtlCol="0" anchor="b" anchorCtr="0">
            <a:noAutofit/>
          </a:bodyPr>
          <a:p>
            <a:pPr algn="ctr">
              <a:spcBef>
                <a:spcPct val="0"/>
              </a:spcBef>
              <a:spcAft>
                <a:spcPct val="0"/>
              </a:spcAft>
              <a:defRPr/>
            </a:pPr>
            <a:r>
              <a:rPr lang="zh-CN" altLang="en-US" sz="2200" b="1">
                <a:solidFill>
                  <a:srgbClr val="930000"/>
                </a:solidFill>
                <a:latin typeface="Noto Serif CJK SC"/>
                <a:ea typeface="Noto Serif CJK SC"/>
                <a:cs typeface="Noto Serif CJK SC"/>
                <a:sym typeface="+mn-ea"/>
              </a:rPr>
              <a:t>政治控制</a:t>
            </a:r>
            <a:endParaRPr lang="zh-CN" altLang="en-US" sz="2200" b="1">
              <a:solidFill>
                <a:srgbClr val="930000"/>
              </a:solidFill>
              <a:latin typeface="Noto Serif CJK SC"/>
              <a:ea typeface="Noto Serif CJK SC"/>
              <a:cs typeface="Noto Serif CJK SC"/>
              <a:sym typeface="+mn-ea"/>
            </a:endParaRPr>
          </a:p>
        </p:txBody>
      </p:sp>
      <p:sp>
        <p:nvSpPr>
          <p:cNvPr id="44" name="矩形 43"/>
          <p:cNvSpPr/>
          <p:nvPr>
            <p:custDataLst>
              <p:tags r:id="rId5"/>
            </p:custDataLst>
          </p:nvPr>
        </p:nvSpPr>
        <p:spPr>
          <a:xfrm>
            <a:off x="5638796" y="1840979"/>
            <a:ext cx="2114179" cy="302215"/>
          </a:xfrm>
          <a:prstGeom prst="rect">
            <a:avLst/>
          </a:prstGeom>
          <a:noFill/>
        </p:spPr>
        <p:txBody>
          <a:bodyPr wrap="square" lIns="0" tIns="0" rIns="0" bIns="0" rtlCol="0" anchor="b" anchorCtr="0">
            <a:noAutofit/>
          </a:bodyPr>
          <a:p>
            <a:pPr algn="ctr">
              <a:spcBef>
                <a:spcPct val="0"/>
              </a:spcBef>
              <a:spcAft>
                <a:spcPct val="0"/>
              </a:spcAft>
              <a:defRPr/>
            </a:pPr>
            <a:r>
              <a:rPr lang="zh-CN" altLang="en-US" sz="2200" b="1">
                <a:solidFill>
                  <a:srgbClr val="930000"/>
                </a:solidFill>
                <a:latin typeface="Noto Serif CJK SC"/>
                <a:ea typeface="Noto Serif CJK SC"/>
                <a:cs typeface="Noto Serif CJK SC"/>
                <a:sym typeface="+mn-ea"/>
              </a:rPr>
              <a:t>军事与社会控制</a:t>
            </a:r>
            <a:endParaRPr lang="zh-CN" altLang="en-US" sz="2200" b="1">
              <a:solidFill>
                <a:srgbClr val="930000"/>
              </a:solidFill>
              <a:latin typeface="Noto Serif CJK SC"/>
              <a:ea typeface="Noto Serif CJK SC"/>
              <a:cs typeface="Noto Serif CJK SC"/>
              <a:sym typeface="+mn-ea"/>
            </a:endParaRPr>
          </a:p>
        </p:txBody>
      </p:sp>
      <p:sp>
        <p:nvSpPr>
          <p:cNvPr id="45" name="矩形 44"/>
          <p:cNvSpPr/>
          <p:nvPr>
            <p:custDataLst>
              <p:tags r:id="rId6"/>
            </p:custDataLst>
          </p:nvPr>
        </p:nvSpPr>
        <p:spPr>
          <a:xfrm>
            <a:off x="9205671" y="1840979"/>
            <a:ext cx="2114179" cy="302215"/>
          </a:xfrm>
          <a:prstGeom prst="rect">
            <a:avLst/>
          </a:prstGeom>
          <a:noFill/>
        </p:spPr>
        <p:txBody>
          <a:bodyPr wrap="square" lIns="0" tIns="0" rIns="0" bIns="0" rtlCol="0" anchor="b" anchorCtr="0">
            <a:noAutofit/>
          </a:bodyPr>
          <a:p>
            <a:pPr algn="ctr">
              <a:spcBef>
                <a:spcPct val="0"/>
              </a:spcBef>
              <a:spcAft>
                <a:spcPct val="0"/>
              </a:spcAft>
              <a:defRPr/>
            </a:pPr>
            <a:r>
              <a:rPr lang="zh-CN" altLang="en-US" sz="2200" b="1">
                <a:solidFill>
                  <a:srgbClr val="930000"/>
                </a:solidFill>
                <a:latin typeface="Noto Serif CJK SC"/>
                <a:ea typeface="Noto Serif CJK SC"/>
                <a:cs typeface="Noto Serif CJK SC"/>
                <a:sym typeface="+mn-ea"/>
              </a:rPr>
              <a:t>文化与知识控制</a:t>
            </a:r>
            <a:endParaRPr lang="zh-CN" altLang="en-US" sz="2200" b="1">
              <a:solidFill>
                <a:srgbClr val="930000"/>
              </a:solidFill>
              <a:latin typeface="Noto Serif CJK SC"/>
              <a:ea typeface="Noto Serif CJK SC"/>
              <a:cs typeface="Noto Serif CJK SC"/>
              <a:sym typeface="+mn-ea"/>
            </a:endParaRPr>
          </a:p>
        </p:txBody>
      </p:sp>
      <p:sp>
        <p:nvSpPr>
          <p:cNvPr id="46" name="圆角矩形 45"/>
          <p:cNvSpPr/>
          <p:nvPr/>
        </p:nvSpPr>
        <p:spPr>
          <a:xfrm>
            <a:off x="1790065" y="4511675"/>
            <a:ext cx="9966325" cy="1006475"/>
          </a:xfrm>
          <a:prstGeom prst="roundRect">
            <a:avLst/>
          </a:prstGeom>
          <a:solidFill>
            <a:srgbClr val="F8E1E1"/>
          </a:solidFill>
          <a:ln>
            <a:solidFill>
              <a:srgbClr val="931829"/>
            </a:solidFill>
          </a:ln>
        </p:spPr>
        <p:style>
          <a:lnRef idx="2">
            <a:schemeClr val="accent1">
              <a:lumMod val="75000"/>
            </a:schemeClr>
          </a:lnRef>
          <a:fillRef idx="1">
            <a:schemeClr val="accent1"/>
          </a:fillRef>
          <a:effectRef idx="0">
            <a:srgbClr val="FFFFFF"/>
          </a:effectRef>
          <a:fontRef idx="minor">
            <a:schemeClr val="lt1"/>
          </a:fontRef>
        </p:style>
        <p:txBody>
          <a:bodyPr rtlCol="0" anchor="ctr">
            <a:noAutofit/>
          </a:bodyPr>
          <a:p>
            <a:pPr algn="ctr">
              <a:spcAft>
                <a:spcPts val="0"/>
              </a:spcAft>
              <a:defRPr/>
            </a:pPr>
            <a:r>
              <a:rPr lang="zh-CN" altLang="en-US" sz="2000" b="1">
                <a:solidFill>
                  <a:srgbClr val="C00000"/>
                </a:solidFill>
                <a:latin typeface="Noto Serif CJK SC"/>
                <a:ea typeface="Noto Serif CJK SC"/>
                <a:cs typeface="Noto Serif CJK SC"/>
              </a:rPr>
              <a:t>共同目的:巩固殖民统治，为侵略制造合法性借口</a:t>
            </a:r>
            <a:endParaRPr lang="en-US" altLang="zh-CN" sz="2000" b="1">
              <a:solidFill>
                <a:srgbClr val="C00000"/>
              </a:solidFill>
              <a:latin typeface="Noto Serif CJK SC"/>
              <a:ea typeface="Noto Serif CJK SC"/>
              <a:cs typeface="Noto Serif CJK SC"/>
            </a:endParaRPr>
          </a:p>
          <a:p>
            <a:pPr algn="ctr">
              <a:spcAft>
                <a:spcPts val="0"/>
              </a:spcAft>
              <a:defRPr/>
            </a:pPr>
            <a:r>
              <a:rPr lang="zh-CN" altLang="en-US" sz="2000" b="1">
                <a:solidFill>
                  <a:schemeClr val="tx1"/>
                </a:solidFill>
                <a:latin typeface="Noto Serif CJK SC"/>
                <a:ea typeface="Noto Serif CJK SC"/>
                <a:cs typeface="Noto Serif CJK SC"/>
              </a:rPr>
              <a:t>不仅控制土地与人口，也试图控制教育、历史叙述和民族认同。</a:t>
            </a:r>
            <a:endParaRPr lang="zh-CN" altLang="en-US" sz="2000" b="1">
              <a:solidFill>
                <a:schemeClr val="tx1"/>
              </a:solidFill>
              <a:latin typeface="Noto Serif CJK SC"/>
              <a:ea typeface="Noto Serif CJK SC"/>
              <a:cs typeface="Noto Serif CJK SC"/>
            </a:endParaRPr>
          </a:p>
        </p:txBody>
      </p:sp>
      <p:sp>
        <p:nvSpPr>
          <p:cNvPr id="52" name="下箭头 51"/>
          <p:cNvSpPr/>
          <p:nvPr/>
        </p:nvSpPr>
        <p:spPr>
          <a:xfrm>
            <a:off x="6239510" y="3716655"/>
            <a:ext cx="432435" cy="720090"/>
          </a:xfrm>
          <a:prstGeom prst="downArrow">
            <a:avLst/>
          </a:prstGeom>
          <a:solidFill>
            <a:srgbClr val="F8E1E1"/>
          </a:solidFill>
          <a:ln>
            <a:solidFill>
              <a:srgbClr val="931829"/>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Noto Serif CJK SC"/>
              <a:ea typeface="Noto Serif CJK SC"/>
            </a:endParaRPr>
          </a:p>
        </p:txBody>
      </p:sp>
      <p:sp>
        <p:nvSpPr>
          <p:cNvPr id="53"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altLang="en-US" sz="1500" b="1">
                <a:solidFill>
                  <a:srgbClr val="990B22"/>
                </a:solidFill>
                <a:latin typeface="Noto Serif CJK SC"/>
                <a:ea typeface="Noto Serif CJK SC"/>
                <a:cs typeface="Noto Serif CJK SC"/>
              </a:rPr>
              <a:t>边疆形势</a:t>
            </a:r>
            <a:endParaRPr lang="zh-CN" altLang="en-US">
              <a:latin typeface="Noto Serif CJK SC"/>
              <a:ea typeface="Noto Serif CJK SC"/>
            </a:endParaRPr>
          </a:p>
        </p:txBody>
      </p:sp>
      <p:sp>
        <p:nvSpPr>
          <p:cNvPr id="5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a:t>
            </a:r>
            <a:r>
              <a:rPr lang="zh-CN" sz="1500" b="0">
                <a:solidFill>
                  <a:srgbClr val="FFFFFF"/>
                </a:solidFill>
                <a:latin typeface="Noto Serif CJK SC"/>
                <a:ea typeface="Noto Serif CJK SC"/>
                <a:cs typeface="Noto Serif CJK SC"/>
              </a:rPr>
              <a:t>总结</a:t>
            </a:r>
            <a:endParaRPr lang="zh-CN">
              <a:latin typeface="Noto Serif CJK SC"/>
              <a:ea typeface="Noto Serif CJK SC"/>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spcAft>
                <a:spcPts val="0"/>
              </a:spcAft>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内蒙古：对“自治”诉求的政治利用</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790700"/>
            <a:ext cx="4710684" cy="3143250"/>
          </a:xfrm>
          <a:prstGeom prst="roundRect">
            <a:avLst>
              <a:gd name="adj" fmla="val 2424"/>
            </a:avLst>
          </a:prstGeom>
          <a:solidFill>
            <a:srgbClr val="FFFFFF"/>
          </a:solidFill>
          <a:ln w="28575">
            <a:solidFill>
              <a:srgbClr val="990B22"/>
            </a:solidFill>
            <a:prstDash val="solid"/>
          </a:ln>
        </p:spPr>
        <p:txBody>
          <a:bodyPr lIns="80467" rIns="80467"/>
          <a:p/>
        </p:txBody>
      </p:sp>
      <p:sp>
        <p:nvSpPr>
          <p:cNvPr id="8" name="frame-7"/>
          <p:cNvSpPr>
            <a:spLocks noGrp="1"/>
          </p:cNvSpPr>
          <p:nvPr/>
        </p:nvSpPr>
        <p:spPr>
          <a:xfrm>
            <a:off x="1779727" y="1790700"/>
            <a:ext cx="4710684" cy="742950"/>
          </a:xfrm>
          <a:prstGeom prst="rect">
            <a:avLst/>
          </a:prstGeom>
          <a:solidFill>
            <a:srgbClr val="990B22"/>
          </a:solidFill>
          <a:ln w="0">
            <a:noFill/>
            <a:prstDash val="solid"/>
          </a:ln>
        </p:spPr>
        <p:txBody>
          <a:bodyPr lIns="80467" rIns="80467"/>
          <a:p/>
        </p:txBody>
      </p:sp>
      <p:sp>
        <p:nvSpPr>
          <p:cNvPr id="9" name="text-8"/>
          <p:cNvSpPr>
            <a:spLocks noGrp="1"/>
          </p:cNvSpPr>
          <p:nvPr/>
        </p:nvSpPr>
        <p:spPr>
          <a:xfrm>
            <a:off x="1980895" y="1981200"/>
            <a:ext cx="4308348" cy="457200"/>
          </a:xfrm>
          <a:prstGeom prst="rect">
            <a:avLst/>
          </a:prstGeom>
          <a:noFill/>
          <a:ln w="0">
            <a:noFill/>
            <a:prstDash val="solid"/>
          </a:ln>
        </p:spPr>
        <p:txBody>
          <a:bodyPr wrap="square" lIns="0" tIns="0" rIns="0" bIns="0">
            <a:noAutofit/>
          </a:bodyPr>
          <a:lstStyle>
            <a:defPPr algn="l">
              <a:defRPr sz="2400" b="1">
                <a:solidFill>
                  <a:srgbClr val="FFFFFF"/>
                </a:solidFill>
                <a:latin typeface="Noto Serif CJK SC"/>
                <a:ea typeface="Noto Serif CJK SC"/>
                <a:cs typeface="Noto Serif CJK SC"/>
              </a:defRPr>
            </a:defPPr>
            <a:lvl1pPr algn="l">
              <a:defRPr sz="2400" b="1">
                <a:solidFill>
                  <a:srgbClr val="FFFFFF"/>
                </a:solidFill>
                <a:latin typeface="Noto Serif CJK SC"/>
                <a:ea typeface="Noto Serif CJK SC"/>
                <a:cs typeface="Noto Serif CJK SC"/>
              </a:defRPr>
            </a:lvl1pPr>
            <a:lvl2pPr algn="l">
              <a:defRPr sz="2400" b="1">
                <a:solidFill>
                  <a:srgbClr val="FFFFFF"/>
                </a:solidFill>
                <a:latin typeface="Noto Serif CJK SC"/>
                <a:ea typeface="Noto Serif CJK SC"/>
                <a:cs typeface="Noto Serif CJK SC"/>
              </a:defRPr>
            </a:lvl2pPr>
            <a:lvl3pPr algn="l">
              <a:defRPr sz="2400" b="1">
                <a:solidFill>
                  <a:srgbClr val="FFFFFF"/>
                </a:solidFill>
                <a:latin typeface="Noto Serif CJK SC"/>
                <a:ea typeface="Noto Serif CJK SC"/>
                <a:cs typeface="Noto Serif CJK SC"/>
              </a:defRPr>
            </a:lvl3pPr>
            <a:lvl4pPr algn="l">
              <a:defRPr sz="2400" b="1">
                <a:solidFill>
                  <a:srgbClr val="FFFFFF"/>
                </a:solidFill>
                <a:latin typeface="Noto Serif CJK SC"/>
                <a:ea typeface="Noto Serif CJK SC"/>
                <a:cs typeface="Noto Serif CJK SC"/>
              </a:defRPr>
            </a:lvl4pPr>
            <a:lvl5pPr algn="l">
              <a:defRPr sz="2400" b="1">
                <a:solidFill>
                  <a:srgbClr val="FFFFFF"/>
                </a:solidFill>
                <a:latin typeface="Noto Serif CJK SC"/>
                <a:ea typeface="Noto Serif CJK SC"/>
                <a:cs typeface="Noto Serif CJK SC"/>
              </a:defRPr>
            </a:lvl5pPr>
            <a:lvl6pPr algn="l">
              <a:defRPr sz="2400" b="1">
                <a:solidFill>
                  <a:srgbClr val="FFFFFF"/>
                </a:solidFill>
                <a:latin typeface="Noto Serif CJK SC"/>
                <a:ea typeface="Noto Serif CJK SC"/>
                <a:cs typeface="Noto Serif CJK SC"/>
              </a:defRPr>
            </a:lvl6pPr>
            <a:lvl7pPr algn="l">
              <a:defRPr sz="2400" b="1">
                <a:solidFill>
                  <a:srgbClr val="FFFFFF"/>
                </a:solidFill>
                <a:latin typeface="Noto Serif CJK SC"/>
                <a:ea typeface="Noto Serif CJK SC"/>
                <a:cs typeface="Noto Serif CJK SC"/>
              </a:defRPr>
            </a:lvl7pPr>
            <a:lvl8pPr algn="l">
              <a:defRPr sz="2400" b="1">
                <a:solidFill>
                  <a:srgbClr val="FFFFFF"/>
                </a:solidFill>
                <a:latin typeface="Noto Serif CJK SC"/>
                <a:ea typeface="Noto Serif CJK SC"/>
                <a:cs typeface="Noto Serif CJK SC"/>
              </a:defRPr>
            </a:lvl8pPr>
            <a:lvl9pPr algn="l">
              <a:defRPr sz="2400" b="1">
                <a:solidFill>
                  <a:srgbClr val="FFFFFF"/>
                </a:solidFill>
                <a:latin typeface="Noto Serif CJK SC"/>
                <a:ea typeface="Noto Serif CJK SC"/>
                <a:cs typeface="Noto Serif CJK SC"/>
              </a:defRPr>
            </a:lvl9pPr>
          </a:lstStyle>
          <a:p>
            <a:pPr algn="l">
              <a:lnSpc>
                <a:spcPct val="112000"/>
              </a:lnSpc>
              <a:buNone/>
              <a:defRPr sz="2400" b="1">
                <a:solidFill>
                  <a:srgbClr val="FFFFFF"/>
                </a:solidFill>
                <a:latin typeface="Noto Serif CJK SC"/>
                <a:ea typeface="Noto Serif CJK SC"/>
                <a:cs typeface="Noto Serif CJK SC"/>
              </a:defRPr>
            </a:pPr>
            <a:r>
              <a:rPr sz="2160" b="1">
                <a:solidFill>
                  <a:srgbClr val="FFFFFF"/>
                </a:solidFill>
                <a:latin typeface="Noto Serif CJK SC"/>
                <a:ea typeface="Noto Serif CJK SC"/>
                <a:cs typeface="Noto Serif CJK SC"/>
              </a:rPr>
              <a:t>自治运动的地方背景</a:t>
            </a:r>
            <a:endParaRPr sz="2160" b="1">
              <a:solidFill>
                <a:srgbClr val="FFFFFF"/>
              </a:solidFill>
              <a:latin typeface="Noto Serif CJK SC"/>
              <a:ea typeface="Noto Serif CJK SC"/>
              <a:cs typeface="Noto Serif CJK SC"/>
            </a:endParaRPr>
          </a:p>
        </p:txBody>
      </p:sp>
      <p:sp>
        <p:nvSpPr>
          <p:cNvPr id="10" name="text-9"/>
          <p:cNvSpPr>
            <a:spLocks noGrp="1"/>
          </p:cNvSpPr>
          <p:nvPr/>
        </p:nvSpPr>
        <p:spPr>
          <a:xfrm>
            <a:off x="1980895" y="2800350"/>
            <a:ext cx="4308348" cy="1952625"/>
          </a:xfrm>
          <a:prstGeom prst="rect">
            <a:avLst/>
          </a:prstGeom>
          <a:noFill/>
          <a:ln w="0">
            <a:noFill/>
            <a:prstDash val="solid"/>
          </a:ln>
        </p:spPr>
        <p:txBody>
          <a:bodyPr wrap="square" lIns="0" tIns="0" rIns="0" bIns="0">
            <a:noAutofit/>
          </a:bodyPr>
          <a:lstStyle>
            <a:defPPr algn="l">
              <a:defRPr sz="2175" b="0">
                <a:solidFill>
                  <a:srgbClr val="333333"/>
                </a:solidFill>
                <a:latin typeface="Noto Serif CJK SC"/>
                <a:ea typeface="Noto Serif CJK SC"/>
                <a:cs typeface="Noto Serif CJK SC"/>
              </a:defRPr>
            </a:defPPr>
            <a:lvl1pPr algn="l">
              <a:defRPr sz="2175" b="0">
                <a:solidFill>
                  <a:srgbClr val="333333"/>
                </a:solidFill>
                <a:latin typeface="Noto Serif CJK SC"/>
                <a:ea typeface="Noto Serif CJK SC"/>
                <a:cs typeface="Noto Serif CJK SC"/>
              </a:defRPr>
            </a:lvl1pPr>
            <a:lvl2pPr algn="l">
              <a:defRPr sz="2175" b="0">
                <a:solidFill>
                  <a:srgbClr val="333333"/>
                </a:solidFill>
                <a:latin typeface="Noto Serif CJK SC"/>
                <a:ea typeface="Noto Serif CJK SC"/>
                <a:cs typeface="Noto Serif CJK SC"/>
              </a:defRPr>
            </a:lvl2pPr>
            <a:lvl3pPr algn="l">
              <a:defRPr sz="2175" b="0">
                <a:solidFill>
                  <a:srgbClr val="333333"/>
                </a:solidFill>
                <a:latin typeface="Noto Serif CJK SC"/>
                <a:ea typeface="Noto Serif CJK SC"/>
                <a:cs typeface="Noto Serif CJK SC"/>
              </a:defRPr>
            </a:lvl3pPr>
            <a:lvl4pPr algn="l">
              <a:defRPr sz="2175" b="0">
                <a:solidFill>
                  <a:srgbClr val="333333"/>
                </a:solidFill>
                <a:latin typeface="Noto Serif CJK SC"/>
                <a:ea typeface="Noto Serif CJK SC"/>
                <a:cs typeface="Noto Serif CJK SC"/>
              </a:defRPr>
            </a:lvl4pPr>
            <a:lvl5pPr algn="l">
              <a:defRPr sz="2175" b="0">
                <a:solidFill>
                  <a:srgbClr val="333333"/>
                </a:solidFill>
                <a:latin typeface="Noto Serif CJK SC"/>
                <a:ea typeface="Noto Serif CJK SC"/>
                <a:cs typeface="Noto Serif CJK SC"/>
              </a:defRPr>
            </a:lvl5pPr>
            <a:lvl6pPr algn="l">
              <a:defRPr sz="2175" b="0">
                <a:solidFill>
                  <a:srgbClr val="333333"/>
                </a:solidFill>
                <a:latin typeface="Noto Serif CJK SC"/>
                <a:ea typeface="Noto Serif CJK SC"/>
                <a:cs typeface="Noto Serif CJK SC"/>
              </a:defRPr>
            </a:lvl6pPr>
            <a:lvl7pPr algn="l">
              <a:defRPr sz="2175" b="0">
                <a:solidFill>
                  <a:srgbClr val="333333"/>
                </a:solidFill>
                <a:latin typeface="Noto Serif CJK SC"/>
                <a:ea typeface="Noto Serif CJK SC"/>
                <a:cs typeface="Noto Serif CJK SC"/>
              </a:defRPr>
            </a:lvl7pPr>
            <a:lvl8pPr algn="l">
              <a:defRPr sz="2175" b="0">
                <a:solidFill>
                  <a:srgbClr val="333333"/>
                </a:solidFill>
                <a:latin typeface="Noto Serif CJK SC"/>
                <a:ea typeface="Noto Serif CJK SC"/>
                <a:cs typeface="Noto Serif CJK SC"/>
              </a:defRPr>
            </a:lvl8pPr>
            <a:lvl9pPr algn="l">
              <a:defRPr sz="2175" b="0">
                <a:solidFill>
                  <a:srgbClr val="333333"/>
                </a:solidFill>
                <a:latin typeface="Noto Serif CJK SC"/>
                <a:ea typeface="Noto Serif CJK SC"/>
                <a:cs typeface="Noto Serif CJK SC"/>
              </a:defRPr>
            </a:lvl9pPr>
          </a:lstStyle>
          <a:p>
            <a:pPr algn="l">
              <a:lnSpc>
                <a:spcPct val="112000"/>
              </a:lnSpc>
              <a:spcAft>
                <a:spcPts val="0"/>
              </a:spcAft>
              <a:buNone/>
              <a:defRPr sz="2175" b="0">
                <a:solidFill>
                  <a:srgbClr val="333333"/>
                </a:solidFill>
                <a:latin typeface="Noto Serif CJK SC"/>
                <a:ea typeface="Noto Serif CJK SC"/>
                <a:cs typeface="Noto Serif CJK SC"/>
              </a:defRPr>
            </a:pPr>
            <a:r>
              <a:rPr sz="1955" b="0">
                <a:solidFill>
                  <a:srgbClr val="333333"/>
                </a:solidFill>
                <a:latin typeface="Noto Serif CJK SC"/>
                <a:ea typeface="Noto Serif CJK SC"/>
                <a:cs typeface="Noto Serif CJK SC"/>
              </a:rPr>
              <a:t>1933年，德王等在百灵庙提出“蒙古高度自治”及成立自治政府的要求。南京国民政府派员宣慰并提出改革方案，双方围绕自治范围与制度安排展开交涉。</a:t>
            </a:r>
            <a:endParaRPr sz="1955" b="0">
              <a:solidFill>
                <a:srgbClr val="333333"/>
              </a:solidFill>
              <a:latin typeface="Noto Serif CJK SC"/>
              <a:ea typeface="Noto Serif CJK SC"/>
              <a:cs typeface="Noto Serif CJK SC"/>
            </a:endParaRPr>
          </a:p>
        </p:txBody>
      </p:sp>
      <p:sp>
        <p:nvSpPr>
          <p:cNvPr id="11" name="frame-10"/>
          <p:cNvSpPr>
            <a:spLocks noGrp="1"/>
          </p:cNvSpPr>
          <p:nvPr/>
        </p:nvSpPr>
        <p:spPr>
          <a:xfrm>
            <a:off x="6758635" y="1790700"/>
            <a:ext cx="4710684" cy="3143250"/>
          </a:xfrm>
          <a:prstGeom prst="roundRect">
            <a:avLst>
              <a:gd name="adj" fmla="val 2424"/>
            </a:avLst>
          </a:prstGeom>
          <a:solidFill>
            <a:srgbClr val="FFFFFF"/>
          </a:solidFill>
          <a:ln w="28575">
            <a:solidFill>
              <a:srgbClr val="990B22"/>
            </a:solidFill>
            <a:prstDash val="solid"/>
          </a:ln>
        </p:spPr>
        <p:txBody>
          <a:bodyPr lIns="80467" rIns="80467"/>
          <a:p/>
        </p:txBody>
      </p:sp>
      <p:sp>
        <p:nvSpPr>
          <p:cNvPr id="12" name="frame-11"/>
          <p:cNvSpPr>
            <a:spLocks noGrp="1"/>
          </p:cNvSpPr>
          <p:nvPr/>
        </p:nvSpPr>
        <p:spPr>
          <a:xfrm>
            <a:off x="6758635" y="1790700"/>
            <a:ext cx="4710684" cy="742950"/>
          </a:xfrm>
          <a:prstGeom prst="rect">
            <a:avLst/>
          </a:prstGeom>
          <a:solidFill>
            <a:srgbClr val="990B22"/>
          </a:solidFill>
          <a:ln w="0">
            <a:noFill/>
            <a:prstDash val="solid"/>
          </a:ln>
        </p:spPr>
        <p:txBody>
          <a:bodyPr lIns="80467" rIns="80467"/>
          <a:p/>
        </p:txBody>
      </p:sp>
      <p:sp>
        <p:nvSpPr>
          <p:cNvPr id="13" name="text-12"/>
          <p:cNvSpPr>
            <a:spLocks noGrp="1"/>
          </p:cNvSpPr>
          <p:nvPr/>
        </p:nvSpPr>
        <p:spPr>
          <a:xfrm>
            <a:off x="6959803" y="1981200"/>
            <a:ext cx="4308348" cy="457200"/>
          </a:xfrm>
          <a:prstGeom prst="rect">
            <a:avLst/>
          </a:prstGeom>
          <a:noFill/>
          <a:ln w="0">
            <a:noFill/>
            <a:prstDash val="solid"/>
          </a:ln>
        </p:spPr>
        <p:txBody>
          <a:bodyPr wrap="square" lIns="0" tIns="0" rIns="0" bIns="0">
            <a:noAutofit/>
          </a:bodyPr>
          <a:lstStyle>
            <a:defPPr algn="l">
              <a:defRPr sz="2400" b="1">
                <a:solidFill>
                  <a:srgbClr val="FFFFFF"/>
                </a:solidFill>
                <a:latin typeface="Noto Serif CJK SC"/>
                <a:ea typeface="Noto Serif CJK SC"/>
                <a:cs typeface="Noto Serif CJK SC"/>
              </a:defRPr>
            </a:defPPr>
            <a:lvl1pPr algn="l">
              <a:defRPr sz="2400" b="1">
                <a:solidFill>
                  <a:srgbClr val="FFFFFF"/>
                </a:solidFill>
                <a:latin typeface="Noto Serif CJK SC"/>
                <a:ea typeface="Noto Serif CJK SC"/>
                <a:cs typeface="Noto Serif CJK SC"/>
              </a:defRPr>
            </a:lvl1pPr>
            <a:lvl2pPr algn="l">
              <a:defRPr sz="2400" b="1">
                <a:solidFill>
                  <a:srgbClr val="FFFFFF"/>
                </a:solidFill>
                <a:latin typeface="Noto Serif CJK SC"/>
                <a:ea typeface="Noto Serif CJK SC"/>
                <a:cs typeface="Noto Serif CJK SC"/>
              </a:defRPr>
            </a:lvl2pPr>
            <a:lvl3pPr algn="l">
              <a:defRPr sz="2400" b="1">
                <a:solidFill>
                  <a:srgbClr val="FFFFFF"/>
                </a:solidFill>
                <a:latin typeface="Noto Serif CJK SC"/>
                <a:ea typeface="Noto Serif CJK SC"/>
                <a:cs typeface="Noto Serif CJK SC"/>
              </a:defRPr>
            </a:lvl3pPr>
            <a:lvl4pPr algn="l">
              <a:defRPr sz="2400" b="1">
                <a:solidFill>
                  <a:srgbClr val="FFFFFF"/>
                </a:solidFill>
                <a:latin typeface="Noto Serif CJK SC"/>
                <a:ea typeface="Noto Serif CJK SC"/>
                <a:cs typeface="Noto Serif CJK SC"/>
              </a:defRPr>
            </a:lvl4pPr>
            <a:lvl5pPr algn="l">
              <a:defRPr sz="2400" b="1">
                <a:solidFill>
                  <a:srgbClr val="FFFFFF"/>
                </a:solidFill>
                <a:latin typeface="Noto Serif CJK SC"/>
                <a:ea typeface="Noto Serif CJK SC"/>
                <a:cs typeface="Noto Serif CJK SC"/>
              </a:defRPr>
            </a:lvl5pPr>
            <a:lvl6pPr algn="l">
              <a:defRPr sz="2400" b="1">
                <a:solidFill>
                  <a:srgbClr val="FFFFFF"/>
                </a:solidFill>
                <a:latin typeface="Noto Serif CJK SC"/>
                <a:ea typeface="Noto Serif CJK SC"/>
                <a:cs typeface="Noto Serif CJK SC"/>
              </a:defRPr>
            </a:lvl6pPr>
            <a:lvl7pPr algn="l">
              <a:defRPr sz="2400" b="1">
                <a:solidFill>
                  <a:srgbClr val="FFFFFF"/>
                </a:solidFill>
                <a:latin typeface="Noto Serif CJK SC"/>
                <a:ea typeface="Noto Serif CJK SC"/>
                <a:cs typeface="Noto Serif CJK SC"/>
              </a:defRPr>
            </a:lvl7pPr>
            <a:lvl8pPr algn="l">
              <a:defRPr sz="2400" b="1">
                <a:solidFill>
                  <a:srgbClr val="FFFFFF"/>
                </a:solidFill>
                <a:latin typeface="Noto Serif CJK SC"/>
                <a:ea typeface="Noto Serif CJK SC"/>
                <a:cs typeface="Noto Serif CJK SC"/>
              </a:defRPr>
            </a:lvl8pPr>
            <a:lvl9pPr algn="l">
              <a:defRPr sz="2400" b="1">
                <a:solidFill>
                  <a:srgbClr val="FFFFFF"/>
                </a:solidFill>
                <a:latin typeface="Noto Serif CJK SC"/>
                <a:ea typeface="Noto Serif CJK SC"/>
                <a:cs typeface="Noto Serif CJK SC"/>
              </a:defRPr>
            </a:lvl9pPr>
          </a:lstStyle>
          <a:p>
            <a:pPr algn="l">
              <a:lnSpc>
                <a:spcPct val="112000"/>
              </a:lnSpc>
              <a:buNone/>
              <a:defRPr sz="2400" b="1">
                <a:solidFill>
                  <a:srgbClr val="FFFFFF"/>
                </a:solidFill>
                <a:latin typeface="Noto Serif CJK SC"/>
                <a:ea typeface="Noto Serif CJK SC"/>
                <a:cs typeface="Noto Serif CJK SC"/>
              </a:defRPr>
            </a:pPr>
            <a:r>
              <a:rPr sz="2160" b="1">
                <a:solidFill>
                  <a:srgbClr val="FFFFFF"/>
                </a:solidFill>
                <a:latin typeface="Noto Serif CJK SC"/>
                <a:ea typeface="Noto Serif CJK SC"/>
                <a:cs typeface="Noto Serif CJK SC"/>
              </a:rPr>
              <a:t>日本对地方政治的利用</a:t>
            </a:r>
            <a:endParaRPr sz="2160" b="1">
              <a:solidFill>
                <a:srgbClr val="FFFFFF"/>
              </a:solidFill>
              <a:latin typeface="Noto Serif CJK SC"/>
              <a:ea typeface="Noto Serif CJK SC"/>
              <a:cs typeface="Noto Serif CJK SC"/>
            </a:endParaRPr>
          </a:p>
        </p:txBody>
      </p:sp>
      <p:sp>
        <p:nvSpPr>
          <p:cNvPr id="14" name="text-13"/>
          <p:cNvSpPr>
            <a:spLocks noGrp="1"/>
          </p:cNvSpPr>
          <p:nvPr/>
        </p:nvSpPr>
        <p:spPr>
          <a:xfrm>
            <a:off x="6959803" y="2800350"/>
            <a:ext cx="4308348" cy="1952625"/>
          </a:xfrm>
          <a:prstGeom prst="rect">
            <a:avLst/>
          </a:prstGeom>
          <a:noFill/>
          <a:ln w="0">
            <a:noFill/>
            <a:prstDash val="solid"/>
          </a:ln>
        </p:spPr>
        <p:txBody>
          <a:bodyPr wrap="square" lIns="0" tIns="0" rIns="0" bIns="0">
            <a:noAutofit/>
          </a:bodyPr>
          <a:lstStyle>
            <a:defPPr algn="l">
              <a:defRPr sz="2175" b="0">
                <a:solidFill>
                  <a:srgbClr val="333333"/>
                </a:solidFill>
                <a:latin typeface="Noto Serif CJK SC"/>
                <a:ea typeface="Noto Serif CJK SC"/>
                <a:cs typeface="Noto Serif CJK SC"/>
              </a:defRPr>
            </a:defPPr>
            <a:lvl1pPr algn="l">
              <a:defRPr sz="2175" b="0">
                <a:solidFill>
                  <a:srgbClr val="333333"/>
                </a:solidFill>
                <a:latin typeface="Noto Serif CJK SC"/>
                <a:ea typeface="Noto Serif CJK SC"/>
                <a:cs typeface="Noto Serif CJK SC"/>
              </a:defRPr>
            </a:lvl1pPr>
            <a:lvl2pPr algn="l">
              <a:defRPr sz="2175" b="0">
                <a:solidFill>
                  <a:srgbClr val="333333"/>
                </a:solidFill>
                <a:latin typeface="Noto Serif CJK SC"/>
                <a:ea typeface="Noto Serif CJK SC"/>
                <a:cs typeface="Noto Serif CJK SC"/>
              </a:defRPr>
            </a:lvl2pPr>
            <a:lvl3pPr algn="l">
              <a:defRPr sz="2175" b="0">
                <a:solidFill>
                  <a:srgbClr val="333333"/>
                </a:solidFill>
                <a:latin typeface="Noto Serif CJK SC"/>
                <a:ea typeface="Noto Serif CJK SC"/>
                <a:cs typeface="Noto Serif CJK SC"/>
              </a:defRPr>
            </a:lvl3pPr>
            <a:lvl4pPr algn="l">
              <a:defRPr sz="2175" b="0">
                <a:solidFill>
                  <a:srgbClr val="333333"/>
                </a:solidFill>
                <a:latin typeface="Noto Serif CJK SC"/>
                <a:ea typeface="Noto Serif CJK SC"/>
                <a:cs typeface="Noto Serif CJK SC"/>
              </a:defRPr>
            </a:lvl4pPr>
            <a:lvl5pPr algn="l">
              <a:defRPr sz="2175" b="0">
                <a:solidFill>
                  <a:srgbClr val="333333"/>
                </a:solidFill>
                <a:latin typeface="Noto Serif CJK SC"/>
                <a:ea typeface="Noto Serif CJK SC"/>
                <a:cs typeface="Noto Serif CJK SC"/>
              </a:defRPr>
            </a:lvl5pPr>
            <a:lvl6pPr algn="l">
              <a:defRPr sz="2175" b="0">
                <a:solidFill>
                  <a:srgbClr val="333333"/>
                </a:solidFill>
                <a:latin typeface="Noto Serif CJK SC"/>
                <a:ea typeface="Noto Serif CJK SC"/>
                <a:cs typeface="Noto Serif CJK SC"/>
              </a:defRPr>
            </a:lvl6pPr>
            <a:lvl7pPr algn="l">
              <a:defRPr sz="2175" b="0">
                <a:solidFill>
                  <a:srgbClr val="333333"/>
                </a:solidFill>
                <a:latin typeface="Noto Serif CJK SC"/>
                <a:ea typeface="Noto Serif CJK SC"/>
                <a:cs typeface="Noto Serif CJK SC"/>
              </a:defRPr>
            </a:lvl7pPr>
            <a:lvl8pPr algn="l">
              <a:defRPr sz="2175" b="0">
                <a:solidFill>
                  <a:srgbClr val="333333"/>
                </a:solidFill>
                <a:latin typeface="Noto Serif CJK SC"/>
                <a:ea typeface="Noto Serif CJK SC"/>
                <a:cs typeface="Noto Serif CJK SC"/>
              </a:defRPr>
            </a:lvl8pPr>
            <a:lvl9pPr algn="l">
              <a:defRPr sz="2175" b="0">
                <a:solidFill>
                  <a:srgbClr val="333333"/>
                </a:solidFill>
                <a:latin typeface="Noto Serif CJK SC"/>
                <a:ea typeface="Noto Serif CJK SC"/>
                <a:cs typeface="Noto Serif CJK SC"/>
              </a:defRPr>
            </a:lvl9pPr>
          </a:lstStyle>
          <a:p>
            <a:pPr algn="l">
              <a:lnSpc>
                <a:spcPct val="112000"/>
              </a:lnSpc>
              <a:spcAft>
                <a:spcPts val="0"/>
              </a:spcAft>
              <a:buNone/>
              <a:defRPr sz="2175" b="0">
                <a:solidFill>
                  <a:srgbClr val="333333"/>
                </a:solidFill>
                <a:latin typeface="Noto Serif CJK SC"/>
                <a:ea typeface="Noto Serif CJK SC"/>
                <a:cs typeface="Noto Serif CJK SC"/>
              </a:defRPr>
            </a:pPr>
            <a:r>
              <a:rPr sz="1955" b="0">
                <a:solidFill>
                  <a:srgbClr val="333333"/>
                </a:solidFill>
                <a:latin typeface="Noto Serif CJK SC"/>
                <a:ea typeface="Noto Serif CJK SC"/>
                <a:cs typeface="Noto Serif CJK SC"/>
              </a:rPr>
              <a:t>德王此前已与日本接触；自治谈判受阻后，又转向寻求日本支持。地方上层并非立场一致，内部意见分化也影响了运动走向。</a:t>
            </a:r>
            <a:endParaRPr sz="1955" b="0">
              <a:solidFill>
                <a:srgbClr val="333333"/>
              </a:solidFill>
              <a:latin typeface="Noto Serif CJK SC"/>
              <a:ea typeface="Noto Serif CJK SC"/>
              <a:cs typeface="Noto Serif CJK SC"/>
            </a:endParaRPr>
          </a:p>
        </p:txBody>
      </p:sp>
      <p:sp>
        <p:nvSpPr>
          <p:cNvPr id="18" name="Rectangle 17"/>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p>
        </p:txBody>
      </p:sp>
      <p:sp>
        <p:nvSpPr>
          <p:cNvPr id="20" name="TextBox 19"/>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p>
        </p:txBody>
      </p:sp>
      <p:sp>
        <p:nvSpPr>
          <p:cNvPr id="21" name="Rectangle 20"/>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p>
        </p:txBody>
      </p:sp>
      <p:sp>
        <p:nvSpPr>
          <p:cNvPr id="23" name="Rectangle 22"/>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338327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p>
        </p:txBody>
      </p:sp>
      <p:sp>
        <p:nvSpPr>
          <p:cNvPr id="29" name="Rectangle 28"/>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民族政策</a:t>
            </a:r>
          </a:p>
        </p:txBody>
      </p:sp>
      <p:sp>
        <p:nvSpPr>
          <p:cNvPr id="32" name="Rectangle 31"/>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p>
        </p:txBody>
      </p:sp>
      <p:sp>
        <p:nvSpPr>
          <p:cNvPr id="37" name="Rectangle 36"/>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09</a:t>
            </a: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altLang="en-US" sz="1500" b="1">
                <a:solidFill>
                  <a:srgbClr val="990B22"/>
                </a:solidFill>
                <a:latin typeface="Noto Serif CJK SC"/>
                <a:ea typeface="Noto Serif CJK SC"/>
                <a:cs typeface="Noto Serif CJK SC"/>
              </a:rPr>
              <a:t>边疆形势</a:t>
            </a:r>
            <a:endParaRPr lang="zh-CN" altLang="en-US"/>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a:t>
            </a:r>
            <a:r>
              <a:rPr lang="zh-CN" sz="1500" b="0">
                <a:solidFill>
                  <a:srgbClr val="FFFFFF"/>
                </a:solidFill>
                <a:latin typeface="Noto Serif CJK SC"/>
                <a:ea typeface="Noto Serif CJK SC"/>
                <a:cs typeface="Noto Serif CJK SC"/>
              </a:rPr>
              <a:t>总结</a:t>
            </a:r>
            <a:endParaRPr lang="zh-C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新疆：地方统治与民族关系</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790700"/>
            <a:ext cx="4710684" cy="3143250"/>
          </a:xfrm>
          <a:prstGeom prst="roundRect">
            <a:avLst>
              <a:gd name="adj" fmla="val 2424"/>
            </a:avLst>
          </a:prstGeom>
          <a:solidFill>
            <a:srgbClr val="FFFFFF"/>
          </a:solidFill>
          <a:ln w="28575">
            <a:solidFill>
              <a:srgbClr val="990B22"/>
            </a:solidFill>
            <a:prstDash val="solid"/>
          </a:ln>
        </p:spPr>
        <p:txBody>
          <a:bodyPr lIns="80467" rIns="80467"/>
          <a:p>
            <a:endParaRPr>
              <a:latin typeface="Noto Serif CJK SC"/>
              <a:ea typeface="Noto Serif CJK SC"/>
            </a:endParaRPr>
          </a:p>
        </p:txBody>
      </p:sp>
      <p:sp>
        <p:nvSpPr>
          <p:cNvPr id="8" name="frame-7"/>
          <p:cNvSpPr>
            <a:spLocks noGrp="1"/>
          </p:cNvSpPr>
          <p:nvPr/>
        </p:nvSpPr>
        <p:spPr>
          <a:xfrm>
            <a:off x="1779727" y="1790700"/>
            <a:ext cx="4710684" cy="742950"/>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9" name="text-8"/>
          <p:cNvSpPr>
            <a:spLocks noGrp="1"/>
          </p:cNvSpPr>
          <p:nvPr/>
        </p:nvSpPr>
        <p:spPr>
          <a:xfrm>
            <a:off x="1980895" y="1981200"/>
            <a:ext cx="4308348" cy="457200"/>
          </a:xfrm>
          <a:prstGeom prst="rect">
            <a:avLst/>
          </a:prstGeom>
          <a:noFill/>
          <a:ln w="0">
            <a:noFill/>
            <a:prstDash val="solid"/>
          </a:ln>
        </p:spPr>
        <p:txBody>
          <a:bodyPr wrap="square" lIns="0" tIns="0" rIns="0" bIns="0">
            <a:noAutofit/>
          </a:bodyPr>
          <a:lstStyle>
            <a:defPPr algn="l">
              <a:defRPr sz="2400" b="1">
                <a:solidFill>
                  <a:srgbClr val="FFFFFF"/>
                </a:solidFill>
                <a:latin typeface="Noto Serif CJK SC"/>
                <a:ea typeface="Noto Serif CJK SC"/>
                <a:cs typeface="Noto Serif CJK SC"/>
              </a:defRPr>
            </a:defPPr>
            <a:lvl1pPr algn="l">
              <a:defRPr sz="2400" b="1">
                <a:solidFill>
                  <a:srgbClr val="FFFFFF"/>
                </a:solidFill>
                <a:latin typeface="Noto Serif CJK SC"/>
                <a:ea typeface="Noto Serif CJK SC"/>
                <a:cs typeface="Noto Serif CJK SC"/>
              </a:defRPr>
            </a:lvl1pPr>
            <a:lvl2pPr algn="l">
              <a:defRPr sz="2400" b="1">
                <a:solidFill>
                  <a:srgbClr val="FFFFFF"/>
                </a:solidFill>
                <a:latin typeface="Noto Serif CJK SC"/>
                <a:ea typeface="Noto Serif CJK SC"/>
                <a:cs typeface="Noto Serif CJK SC"/>
              </a:defRPr>
            </a:lvl2pPr>
            <a:lvl3pPr algn="l">
              <a:defRPr sz="2400" b="1">
                <a:solidFill>
                  <a:srgbClr val="FFFFFF"/>
                </a:solidFill>
                <a:latin typeface="Noto Serif CJK SC"/>
                <a:ea typeface="Noto Serif CJK SC"/>
                <a:cs typeface="Noto Serif CJK SC"/>
              </a:defRPr>
            </a:lvl3pPr>
            <a:lvl4pPr algn="l">
              <a:defRPr sz="2400" b="1">
                <a:solidFill>
                  <a:srgbClr val="FFFFFF"/>
                </a:solidFill>
                <a:latin typeface="Noto Serif CJK SC"/>
                <a:ea typeface="Noto Serif CJK SC"/>
                <a:cs typeface="Noto Serif CJK SC"/>
              </a:defRPr>
            </a:lvl4pPr>
            <a:lvl5pPr algn="l">
              <a:defRPr sz="2400" b="1">
                <a:solidFill>
                  <a:srgbClr val="FFFFFF"/>
                </a:solidFill>
                <a:latin typeface="Noto Serif CJK SC"/>
                <a:ea typeface="Noto Serif CJK SC"/>
                <a:cs typeface="Noto Serif CJK SC"/>
              </a:defRPr>
            </a:lvl5pPr>
            <a:lvl6pPr algn="l">
              <a:defRPr sz="2400" b="1">
                <a:solidFill>
                  <a:srgbClr val="FFFFFF"/>
                </a:solidFill>
                <a:latin typeface="Noto Serif CJK SC"/>
                <a:ea typeface="Noto Serif CJK SC"/>
                <a:cs typeface="Noto Serif CJK SC"/>
              </a:defRPr>
            </a:lvl6pPr>
            <a:lvl7pPr algn="l">
              <a:defRPr sz="2400" b="1">
                <a:solidFill>
                  <a:srgbClr val="FFFFFF"/>
                </a:solidFill>
                <a:latin typeface="Noto Serif CJK SC"/>
                <a:ea typeface="Noto Serif CJK SC"/>
                <a:cs typeface="Noto Serif CJK SC"/>
              </a:defRPr>
            </a:lvl7pPr>
            <a:lvl8pPr algn="l">
              <a:defRPr sz="2400" b="1">
                <a:solidFill>
                  <a:srgbClr val="FFFFFF"/>
                </a:solidFill>
                <a:latin typeface="Noto Serif CJK SC"/>
                <a:ea typeface="Noto Serif CJK SC"/>
                <a:cs typeface="Noto Serif CJK SC"/>
              </a:defRPr>
            </a:lvl8pPr>
            <a:lvl9pPr algn="l">
              <a:defRPr sz="2400" b="1">
                <a:solidFill>
                  <a:srgbClr val="FFFFFF"/>
                </a:solidFill>
                <a:latin typeface="Noto Serif CJK SC"/>
                <a:ea typeface="Noto Serif CJK SC"/>
                <a:cs typeface="Noto Serif CJK SC"/>
              </a:defRPr>
            </a:lvl9pPr>
          </a:lstStyle>
          <a:p>
            <a:pPr algn="l">
              <a:lnSpc>
                <a:spcPct val="112000"/>
              </a:lnSpc>
              <a:buNone/>
              <a:defRPr sz="2400" b="1">
                <a:solidFill>
                  <a:srgbClr val="FFFFFF"/>
                </a:solidFill>
                <a:latin typeface="Noto Serif CJK SC"/>
                <a:ea typeface="Noto Serif CJK SC"/>
                <a:cs typeface="Noto Serif CJK SC"/>
              </a:defRPr>
            </a:pPr>
            <a:r>
              <a:rPr sz="2160" b="1">
                <a:solidFill>
                  <a:srgbClr val="FFFFFF"/>
                </a:solidFill>
                <a:latin typeface="Noto Serif CJK SC"/>
                <a:ea typeface="Noto Serif CJK SC"/>
                <a:cs typeface="Noto Serif CJK SC"/>
              </a:rPr>
              <a:t>杨增新：维持地方秩序</a:t>
            </a:r>
            <a:endParaRPr sz="2160" b="1">
              <a:solidFill>
                <a:srgbClr val="FFFFFF"/>
              </a:solidFill>
              <a:latin typeface="Noto Serif CJK SC"/>
              <a:ea typeface="Noto Serif CJK SC"/>
              <a:cs typeface="Noto Serif CJK SC"/>
            </a:endParaRPr>
          </a:p>
        </p:txBody>
      </p:sp>
      <p:sp>
        <p:nvSpPr>
          <p:cNvPr id="10" name="text-9"/>
          <p:cNvSpPr>
            <a:spLocks noGrp="1"/>
          </p:cNvSpPr>
          <p:nvPr/>
        </p:nvSpPr>
        <p:spPr>
          <a:xfrm>
            <a:off x="1980895" y="2800350"/>
            <a:ext cx="4308348" cy="1952625"/>
          </a:xfrm>
          <a:prstGeom prst="rect">
            <a:avLst/>
          </a:prstGeom>
          <a:noFill/>
          <a:ln w="0">
            <a:noFill/>
            <a:prstDash val="solid"/>
          </a:ln>
        </p:spPr>
        <p:txBody>
          <a:bodyPr wrap="square" lIns="0" tIns="0" rIns="0" bIns="0">
            <a:noAutofit/>
          </a:bodyPr>
          <a:lstStyle>
            <a:defPPr algn="l">
              <a:defRPr sz="2175" b="0">
                <a:solidFill>
                  <a:srgbClr val="333333"/>
                </a:solidFill>
                <a:latin typeface="Noto Serif CJK SC"/>
                <a:ea typeface="Noto Serif CJK SC"/>
                <a:cs typeface="Noto Serif CJK SC"/>
              </a:defRPr>
            </a:defPPr>
            <a:lvl1pPr algn="l">
              <a:defRPr sz="2175" b="0">
                <a:solidFill>
                  <a:srgbClr val="333333"/>
                </a:solidFill>
                <a:latin typeface="Noto Serif CJK SC"/>
                <a:ea typeface="Noto Serif CJK SC"/>
                <a:cs typeface="Noto Serif CJK SC"/>
              </a:defRPr>
            </a:lvl1pPr>
            <a:lvl2pPr algn="l">
              <a:defRPr sz="2175" b="0">
                <a:solidFill>
                  <a:srgbClr val="333333"/>
                </a:solidFill>
                <a:latin typeface="Noto Serif CJK SC"/>
                <a:ea typeface="Noto Serif CJK SC"/>
                <a:cs typeface="Noto Serif CJK SC"/>
              </a:defRPr>
            </a:lvl2pPr>
            <a:lvl3pPr algn="l">
              <a:defRPr sz="2175" b="0">
                <a:solidFill>
                  <a:srgbClr val="333333"/>
                </a:solidFill>
                <a:latin typeface="Noto Serif CJK SC"/>
                <a:ea typeface="Noto Serif CJK SC"/>
                <a:cs typeface="Noto Serif CJK SC"/>
              </a:defRPr>
            </a:lvl3pPr>
            <a:lvl4pPr algn="l">
              <a:defRPr sz="2175" b="0">
                <a:solidFill>
                  <a:srgbClr val="333333"/>
                </a:solidFill>
                <a:latin typeface="Noto Serif CJK SC"/>
                <a:ea typeface="Noto Serif CJK SC"/>
                <a:cs typeface="Noto Serif CJK SC"/>
              </a:defRPr>
            </a:lvl4pPr>
            <a:lvl5pPr algn="l">
              <a:defRPr sz="2175" b="0">
                <a:solidFill>
                  <a:srgbClr val="333333"/>
                </a:solidFill>
                <a:latin typeface="Noto Serif CJK SC"/>
                <a:ea typeface="Noto Serif CJK SC"/>
                <a:cs typeface="Noto Serif CJK SC"/>
              </a:defRPr>
            </a:lvl5pPr>
            <a:lvl6pPr algn="l">
              <a:defRPr sz="2175" b="0">
                <a:solidFill>
                  <a:srgbClr val="333333"/>
                </a:solidFill>
                <a:latin typeface="Noto Serif CJK SC"/>
                <a:ea typeface="Noto Serif CJK SC"/>
                <a:cs typeface="Noto Serif CJK SC"/>
              </a:defRPr>
            </a:lvl6pPr>
            <a:lvl7pPr algn="l">
              <a:defRPr sz="2175" b="0">
                <a:solidFill>
                  <a:srgbClr val="333333"/>
                </a:solidFill>
                <a:latin typeface="Noto Serif CJK SC"/>
                <a:ea typeface="Noto Serif CJK SC"/>
                <a:cs typeface="Noto Serif CJK SC"/>
              </a:defRPr>
            </a:lvl7pPr>
            <a:lvl8pPr algn="l">
              <a:defRPr sz="2175" b="0">
                <a:solidFill>
                  <a:srgbClr val="333333"/>
                </a:solidFill>
                <a:latin typeface="Noto Serif CJK SC"/>
                <a:ea typeface="Noto Serif CJK SC"/>
                <a:cs typeface="Noto Serif CJK SC"/>
              </a:defRPr>
            </a:lvl8pPr>
            <a:lvl9pPr algn="l">
              <a:defRPr sz="2175" b="0">
                <a:solidFill>
                  <a:srgbClr val="333333"/>
                </a:solidFill>
                <a:latin typeface="Noto Serif CJK SC"/>
                <a:ea typeface="Noto Serif CJK SC"/>
                <a:cs typeface="Noto Serif CJK SC"/>
              </a:defRPr>
            </a:lvl9pPr>
          </a:lstStyle>
          <a:p>
            <a:pPr algn="l">
              <a:lnSpc>
                <a:spcPct val="112000"/>
              </a:lnSpc>
              <a:buNone/>
              <a:defRPr sz="2175" b="0">
                <a:solidFill>
                  <a:srgbClr val="333333"/>
                </a:solidFill>
                <a:latin typeface="Noto Serif CJK SC"/>
                <a:ea typeface="Noto Serif CJK SC"/>
                <a:cs typeface="Noto Serif CJK SC"/>
              </a:defRPr>
            </a:pPr>
            <a:r>
              <a:rPr sz="1955" b="0">
                <a:solidFill>
                  <a:srgbClr val="333333"/>
                </a:solidFill>
                <a:latin typeface="Noto Serif CJK SC"/>
                <a:ea typeface="Noto Serif CJK SC"/>
                <a:cs typeface="Noto Serif CJK SC"/>
              </a:rPr>
              <a:t>俄国十月革命后，部分白俄军队流入新疆。杨增新拒绝英日提出的出兵干涉要求，一面加强边防，一面要求入境人员依照中国法律解除武装并接受安置。</a:t>
            </a:r>
            <a:endParaRPr sz="1955" b="0">
              <a:solidFill>
                <a:srgbClr val="333333"/>
              </a:solidFill>
              <a:latin typeface="Noto Serif CJK SC"/>
              <a:ea typeface="Noto Serif CJK SC"/>
              <a:cs typeface="Noto Serif CJK SC"/>
            </a:endParaRPr>
          </a:p>
        </p:txBody>
      </p:sp>
      <p:sp>
        <p:nvSpPr>
          <p:cNvPr id="11" name="frame-10"/>
          <p:cNvSpPr>
            <a:spLocks noGrp="1"/>
          </p:cNvSpPr>
          <p:nvPr/>
        </p:nvSpPr>
        <p:spPr>
          <a:xfrm>
            <a:off x="6758635" y="1790700"/>
            <a:ext cx="4710684" cy="3143250"/>
          </a:xfrm>
          <a:prstGeom prst="roundRect">
            <a:avLst>
              <a:gd name="adj" fmla="val 2424"/>
            </a:avLst>
          </a:prstGeom>
          <a:solidFill>
            <a:srgbClr val="FFFFFF"/>
          </a:solidFill>
          <a:ln w="28575">
            <a:solidFill>
              <a:srgbClr val="990B22"/>
            </a:solidFill>
            <a:prstDash val="solid"/>
          </a:ln>
        </p:spPr>
        <p:txBody>
          <a:bodyPr lIns="80467" rIns="80467"/>
          <a:p>
            <a:endParaRPr>
              <a:latin typeface="Noto Serif CJK SC"/>
              <a:ea typeface="Noto Serif CJK SC"/>
            </a:endParaRPr>
          </a:p>
        </p:txBody>
      </p:sp>
      <p:sp>
        <p:nvSpPr>
          <p:cNvPr id="12" name="frame-11"/>
          <p:cNvSpPr>
            <a:spLocks noGrp="1"/>
          </p:cNvSpPr>
          <p:nvPr/>
        </p:nvSpPr>
        <p:spPr>
          <a:xfrm>
            <a:off x="6758635" y="1790700"/>
            <a:ext cx="4710684" cy="742950"/>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3" name="text-12"/>
          <p:cNvSpPr>
            <a:spLocks noGrp="1"/>
          </p:cNvSpPr>
          <p:nvPr/>
        </p:nvSpPr>
        <p:spPr>
          <a:xfrm>
            <a:off x="6959803" y="1981200"/>
            <a:ext cx="4308348" cy="457200"/>
          </a:xfrm>
          <a:prstGeom prst="rect">
            <a:avLst/>
          </a:prstGeom>
          <a:noFill/>
          <a:ln w="0">
            <a:noFill/>
            <a:prstDash val="solid"/>
          </a:ln>
        </p:spPr>
        <p:txBody>
          <a:bodyPr wrap="square" lIns="0" tIns="0" rIns="0" bIns="0">
            <a:noAutofit/>
          </a:bodyPr>
          <a:lstStyle>
            <a:defPPr algn="l">
              <a:defRPr sz="2400" b="1">
                <a:solidFill>
                  <a:srgbClr val="FFFFFF"/>
                </a:solidFill>
                <a:latin typeface="Noto Serif CJK SC"/>
                <a:ea typeface="Noto Serif CJK SC"/>
                <a:cs typeface="Noto Serif CJK SC"/>
              </a:defRPr>
            </a:defPPr>
            <a:lvl1pPr algn="l">
              <a:defRPr sz="2400" b="1">
                <a:solidFill>
                  <a:srgbClr val="FFFFFF"/>
                </a:solidFill>
                <a:latin typeface="Noto Serif CJK SC"/>
                <a:ea typeface="Noto Serif CJK SC"/>
                <a:cs typeface="Noto Serif CJK SC"/>
              </a:defRPr>
            </a:lvl1pPr>
            <a:lvl2pPr algn="l">
              <a:defRPr sz="2400" b="1">
                <a:solidFill>
                  <a:srgbClr val="FFFFFF"/>
                </a:solidFill>
                <a:latin typeface="Noto Serif CJK SC"/>
                <a:ea typeface="Noto Serif CJK SC"/>
                <a:cs typeface="Noto Serif CJK SC"/>
              </a:defRPr>
            </a:lvl2pPr>
            <a:lvl3pPr algn="l">
              <a:defRPr sz="2400" b="1">
                <a:solidFill>
                  <a:srgbClr val="FFFFFF"/>
                </a:solidFill>
                <a:latin typeface="Noto Serif CJK SC"/>
                <a:ea typeface="Noto Serif CJK SC"/>
                <a:cs typeface="Noto Serif CJK SC"/>
              </a:defRPr>
            </a:lvl3pPr>
            <a:lvl4pPr algn="l">
              <a:defRPr sz="2400" b="1">
                <a:solidFill>
                  <a:srgbClr val="FFFFFF"/>
                </a:solidFill>
                <a:latin typeface="Noto Serif CJK SC"/>
                <a:ea typeface="Noto Serif CJK SC"/>
                <a:cs typeface="Noto Serif CJK SC"/>
              </a:defRPr>
            </a:lvl4pPr>
            <a:lvl5pPr algn="l">
              <a:defRPr sz="2400" b="1">
                <a:solidFill>
                  <a:srgbClr val="FFFFFF"/>
                </a:solidFill>
                <a:latin typeface="Noto Serif CJK SC"/>
                <a:ea typeface="Noto Serif CJK SC"/>
                <a:cs typeface="Noto Serif CJK SC"/>
              </a:defRPr>
            </a:lvl5pPr>
            <a:lvl6pPr algn="l">
              <a:defRPr sz="2400" b="1">
                <a:solidFill>
                  <a:srgbClr val="FFFFFF"/>
                </a:solidFill>
                <a:latin typeface="Noto Serif CJK SC"/>
                <a:ea typeface="Noto Serif CJK SC"/>
                <a:cs typeface="Noto Serif CJK SC"/>
              </a:defRPr>
            </a:lvl6pPr>
            <a:lvl7pPr algn="l">
              <a:defRPr sz="2400" b="1">
                <a:solidFill>
                  <a:srgbClr val="FFFFFF"/>
                </a:solidFill>
                <a:latin typeface="Noto Serif CJK SC"/>
                <a:ea typeface="Noto Serif CJK SC"/>
                <a:cs typeface="Noto Serif CJK SC"/>
              </a:defRPr>
            </a:lvl7pPr>
            <a:lvl8pPr algn="l">
              <a:defRPr sz="2400" b="1">
                <a:solidFill>
                  <a:srgbClr val="FFFFFF"/>
                </a:solidFill>
                <a:latin typeface="Noto Serif CJK SC"/>
                <a:ea typeface="Noto Serif CJK SC"/>
                <a:cs typeface="Noto Serif CJK SC"/>
              </a:defRPr>
            </a:lvl8pPr>
            <a:lvl9pPr algn="l">
              <a:defRPr sz="2400" b="1">
                <a:solidFill>
                  <a:srgbClr val="FFFFFF"/>
                </a:solidFill>
                <a:latin typeface="Noto Serif CJK SC"/>
                <a:ea typeface="Noto Serif CJK SC"/>
                <a:cs typeface="Noto Serif CJK SC"/>
              </a:defRPr>
            </a:lvl9pPr>
          </a:lstStyle>
          <a:p>
            <a:pPr algn="l">
              <a:lnSpc>
                <a:spcPct val="112000"/>
              </a:lnSpc>
              <a:buNone/>
              <a:defRPr sz="2400" b="1">
                <a:solidFill>
                  <a:srgbClr val="FFFFFF"/>
                </a:solidFill>
                <a:latin typeface="Noto Serif CJK SC"/>
                <a:ea typeface="Noto Serif CJK SC"/>
                <a:cs typeface="Noto Serif CJK SC"/>
              </a:defRPr>
            </a:pPr>
            <a:r>
              <a:rPr sz="2160" b="1">
                <a:solidFill>
                  <a:srgbClr val="FFFFFF"/>
                </a:solidFill>
                <a:latin typeface="Noto Serif CJK SC"/>
                <a:ea typeface="Noto Serif CJK SC"/>
                <a:cs typeface="Noto Serif CJK SC"/>
              </a:rPr>
              <a:t>金树仁：改革与利益失衡</a:t>
            </a:r>
            <a:endParaRPr sz="2160" b="1">
              <a:solidFill>
                <a:srgbClr val="FFFFFF"/>
              </a:solidFill>
              <a:latin typeface="Noto Serif CJK SC"/>
              <a:ea typeface="Noto Serif CJK SC"/>
              <a:cs typeface="Noto Serif CJK SC"/>
            </a:endParaRPr>
          </a:p>
        </p:txBody>
      </p:sp>
      <p:sp>
        <p:nvSpPr>
          <p:cNvPr id="14" name="text-13"/>
          <p:cNvSpPr>
            <a:spLocks noGrp="1"/>
          </p:cNvSpPr>
          <p:nvPr/>
        </p:nvSpPr>
        <p:spPr>
          <a:xfrm>
            <a:off x="6959803" y="2800350"/>
            <a:ext cx="4308348" cy="1952625"/>
          </a:xfrm>
          <a:prstGeom prst="rect">
            <a:avLst/>
          </a:prstGeom>
          <a:noFill/>
          <a:ln w="0">
            <a:noFill/>
            <a:prstDash val="solid"/>
          </a:ln>
        </p:spPr>
        <p:txBody>
          <a:bodyPr wrap="square" lIns="0" tIns="0" rIns="0" bIns="0">
            <a:noAutofit/>
          </a:bodyPr>
          <a:lstStyle>
            <a:defPPr algn="l">
              <a:defRPr sz="2175" b="0">
                <a:solidFill>
                  <a:srgbClr val="333333"/>
                </a:solidFill>
                <a:latin typeface="Noto Serif CJK SC"/>
                <a:ea typeface="Noto Serif CJK SC"/>
                <a:cs typeface="Noto Serif CJK SC"/>
              </a:defRPr>
            </a:defPPr>
            <a:lvl1pPr algn="l">
              <a:defRPr sz="2175" b="0">
                <a:solidFill>
                  <a:srgbClr val="333333"/>
                </a:solidFill>
                <a:latin typeface="Noto Serif CJK SC"/>
                <a:ea typeface="Noto Serif CJK SC"/>
                <a:cs typeface="Noto Serif CJK SC"/>
              </a:defRPr>
            </a:lvl1pPr>
            <a:lvl2pPr algn="l">
              <a:defRPr sz="2175" b="0">
                <a:solidFill>
                  <a:srgbClr val="333333"/>
                </a:solidFill>
                <a:latin typeface="Noto Serif CJK SC"/>
                <a:ea typeface="Noto Serif CJK SC"/>
                <a:cs typeface="Noto Serif CJK SC"/>
              </a:defRPr>
            </a:lvl2pPr>
            <a:lvl3pPr algn="l">
              <a:defRPr sz="2175" b="0">
                <a:solidFill>
                  <a:srgbClr val="333333"/>
                </a:solidFill>
                <a:latin typeface="Noto Serif CJK SC"/>
                <a:ea typeface="Noto Serif CJK SC"/>
                <a:cs typeface="Noto Serif CJK SC"/>
              </a:defRPr>
            </a:lvl3pPr>
            <a:lvl4pPr algn="l">
              <a:defRPr sz="2175" b="0">
                <a:solidFill>
                  <a:srgbClr val="333333"/>
                </a:solidFill>
                <a:latin typeface="Noto Serif CJK SC"/>
                <a:ea typeface="Noto Serif CJK SC"/>
                <a:cs typeface="Noto Serif CJK SC"/>
              </a:defRPr>
            </a:lvl4pPr>
            <a:lvl5pPr algn="l">
              <a:defRPr sz="2175" b="0">
                <a:solidFill>
                  <a:srgbClr val="333333"/>
                </a:solidFill>
                <a:latin typeface="Noto Serif CJK SC"/>
                <a:ea typeface="Noto Serif CJK SC"/>
                <a:cs typeface="Noto Serif CJK SC"/>
              </a:defRPr>
            </a:lvl5pPr>
            <a:lvl6pPr algn="l">
              <a:defRPr sz="2175" b="0">
                <a:solidFill>
                  <a:srgbClr val="333333"/>
                </a:solidFill>
                <a:latin typeface="Noto Serif CJK SC"/>
                <a:ea typeface="Noto Serif CJK SC"/>
                <a:cs typeface="Noto Serif CJK SC"/>
              </a:defRPr>
            </a:lvl6pPr>
            <a:lvl7pPr algn="l">
              <a:defRPr sz="2175" b="0">
                <a:solidFill>
                  <a:srgbClr val="333333"/>
                </a:solidFill>
                <a:latin typeface="Noto Serif CJK SC"/>
                <a:ea typeface="Noto Serif CJK SC"/>
                <a:cs typeface="Noto Serif CJK SC"/>
              </a:defRPr>
            </a:lvl7pPr>
            <a:lvl8pPr algn="l">
              <a:defRPr sz="2175" b="0">
                <a:solidFill>
                  <a:srgbClr val="333333"/>
                </a:solidFill>
                <a:latin typeface="Noto Serif CJK SC"/>
                <a:ea typeface="Noto Serif CJK SC"/>
                <a:cs typeface="Noto Serif CJK SC"/>
              </a:defRPr>
            </a:lvl8pPr>
            <a:lvl9pPr algn="l">
              <a:defRPr sz="2175" b="0">
                <a:solidFill>
                  <a:srgbClr val="333333"/>
                </a:solidFill>
                <a:latin typeface="Noto Serif CJK SC"/>
                <a:ea typeface="Noto Serif CJK SC"/>
                <a:cs typeface="Noto Serif CJK SC"/>
              </a:defRPr>
            </a:lvl9pPr>
          </a:lstStyle>
          <a:p>
            <a:pPr algn="l">
              <a:lnSpc>
                <a:spcPct val="112000"/>
              </a:lnSpc>
              <a:buNone/>
              <a:defRPr sz="2175" b="0">
                <a:solidFill>
                  <a:srgbClr val="333333"/>
                </a:solidFill>
                <a:latin typeface="Noto Serif CJK SC"/>
                <a:ea typeface="Noto Serif CJK SC"/>
                <a:cs typeface="Noto Serif CJK SC"/>
              </a:defRPr>
            </a:pPr>
            <a:r>
              <a:rPr sz="1955" b="0">
                <a:solidFill>
                  <a:srgbClr val="333333"/>
                </a:solidFill>
                <a:latin typeface="Noto Serif CJK SC"/>
                <a:ea typeface="Noto Serif CJK SC"/>
                <a:cs typeface="Noto Serif CJK SC"/>
              </a:rPr>
              <a:t>哈密民众要求废除王制、改土归流，但金树仁的实施办法偏向迁入居民和地方私利，损害当地维吾尔族农民利益。驻军扰民等问题进一步激化了矛盾。</a:t>
            </a:r>
            <a:endParaRPr sz="1955" b="0">
              <a:solidFill>
                <a:srgbClr val="333333"/>
              </a:solidFill>
              <a:latin typeface="Noto Serif CJK SC"/>
              <a:ea typeface="Noto Serif CJK SC"/>
              <a:cs typeface="Noto Serif CJK SC"/>
            </a:endParaRPr>
          </a:p>
        </p:txBody>
      </p:sp>
      <p:sp>
        <p:nvSpPr>
          <p:cNvPr id="15" name="frame-14"/>
          <p:cNvSpPr>
            <a:spLocks noGrp="1"/>
          </p:cNvSpPr>
          <p:nvPr/>
        </p:nvSpPr>
        <p:spPr>
          <a:xfrm>
            <a:off x="1779727" y="5210175"/>
            <a:ext cx="9689592" cy="1000125"/>
          </a:xfrm>
          <a:prstGeom prst="roundRect">
            <a:avLst>
              <a:gd name="adj" fmla="val 7619"/>
            </a:avLst>
          </a:prstGeom>
          <a:solidFill>
            <a:srgbClr val="F8EEF0"/>
          </a:solidFill>
          <a:ln w="23813">
            <a:solidFill>
              <a:srgbClr val="990B22"/>
            </a:solidFill>
            <a:prstDash val="solid"/>
          </a:ln>
        </p:spPr>
        <p:txBody>
          <a:bodyPr lIns="80467" rIns="80467"/>
          <a:p>
            <a:endParaRPr>
              <a:latin typeface="Noto Serif CJK SC"/>
              <a:ea typeface="Noto Serif CJK SC"/>
            </a:endParaRPr>
          </a:p>
        </p:txBody>
      </p:sp>
      <p:sp>
        <p:nvSpPr>
          <p:cNvPr id="16" name="frame-15"/>
          <p:cNvSpPr>
            <a:spLocks noGrp="1"/>
          </p:cNvSpPr>
          <p:nvPr/>
        </p:nvSpPr>
        <p:spPr>
          <a:xfrm>
            <a:off x="1779727" y="5210175"/>
            <a:ext cx="83820" cy="10001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7" name="text-16"/>
          <p:cNvSpPr>
            <a:spLocks noGrp="1"/>
          </p:cNvSpPr>
          <p:nvPr/>
        </p:nvSpPr>
        <p:spPr>
          <a:xfrm>
            <a:off x="1989277" y="5410200"/>
            <a:ext cx="9270492" cy="695325"/>
          </a:xfrm>
          <a:prstGeom prst="rect">
            <a:avLst/>
          </a:prstGeom>
          <a:noFill/>
          <a:ln w="0">
            <a:noFill/>
            <a:prstDash val="solid"/>
          </a:ln>
        </p:spPr>
        <p:txBody>
          <a:bodyPr wrap="square" lIns="0" tIns="0" rIns="0" bIns="0">
            <a:noAutofit/>
          </a:bodyPr>
          <a:lstStyle>
            <a:defPPr algn="l">
              <a:defRPr sz="2100" b="0">
                <a:solidFill>
                  <a:srgbClr val="990B22"/>
                </a:solidFill>
                <a:latin typeface="Noto Serif CJK SC"/>
                <a:ea typeface="Noto Serif CJK SC"/>
                <a:cs typeface="Noto Serif CJK SC"/>
              </a:defRPr>
            </a:defPPr>
            <a:lvl1pPr algn="l">
              <a:defRPr sz="2100" b="0">
                <a:solidFill>
                  <a:srgbClr val="990B22"/>
                </a:solidFill>
                <a:latin typeface="Noto Serif CJK SC"/>
                <a:ea typeface="Noto Serif CJK SC"/>
                <a:cs typeface="Noto Serif CJK SC"/>
              </a:defRPr>
            </a:lvl1pPr>
            <a:lvl2pPr algn="l">
              <a:defRPr sz="2100" b="0">
                <a:solidFill>
                  <a:srgbClr val="990B22"/>
                </a:solidFill>
                <a:latin typeface="Noto Serif CJK SC"/>
                <a:ea typeface="Noto Serif CJK SC"/>
                <a:cs typeface="Noto Serif CJK SC"/>
              </a:defRPr>
            </a:lvl2pPr>
            <a:lvl3pPr algn="l">
              <a:defRPr sz="2100" b="0">
                <a:solidFill>
                  <a:srgbClr val="990B22"/>
                </a:solidFill>
                <a:latin typeface="Noto Serif CJK SC"/>
                <a:ea typeface="Noto Serif CJK SC"/>
                <a:cs typeface="Noto Serif CJK SC"/>
              </a:defRPr>
            </a:lvl3pPr>
            <a:lvl4pPr algn="l">
              <a:defRPr sz="2100" b="0">
                <a:solidFill>
                  <a:srgbClr val="990B22"/>
                </a:solidFill>
                <a:latin typeface="Noto Serif CJK SC"/>
                <a:ea typeface="Noto Serif CJK SC"/>
                <a:cs typeface="Noto Serif CJK SC"/>
              </a:defRPr>
            </a:lvl4pPr>
            <a:lvl5pPr algn="l">
              <a:defRPr sz="2100" b="0">
                <a:solidFill>
                  <a:srgbClr val="990B22"/>
                </a:solidFill>
                <a:latin typeface="Noto Serif CJK SC"/>
                <a:ea typeface="Noto Serif CJK SC"/>
                <a:cs typeface="Noto Serif CJK SC"/>
              </a:defRPr>
            </a:lvl5pPr>
            <a:lvl6pPr algn="l">
              <a:defRPr sz="2100" b="0">
                <a:solidFill>
                  <a:srgbClr val="990B22"/>
                </a:solidFill>
                <a:latin typeface="Noto Serif CJK SC"/>
                <a:ea typeface="Noto Serif CJK SC"/>
                <a:cs typeface="Noto Serif CJK SC"/>
              </a:defRPr>
            </a:lvl6pPr>
            <a:lvl7pPr algn="l">
              <a:defRPr sz="2100" b="0">
                <a:solidFill>
                  <a:srgbClr val="990B22"/>
                </a:solidFill>
                <a:latin typeface="Noto Serif CJK SC"/>
                <a:ea typeface="Noto Serif CJK SC"/>
                <a:cs typeface="Noto Serif CJK SC"/>
              </a:defRPr>
            </a:lvl7pPr>
            <a:lvl8pPr algn="l">
              <a:defRPr sz="2100" b="0">
                <a:solidFill>
                  <a:srgbClr val="990B22"/>
                </a:solidFill>
                <a:latin typeface="Noto Serif CJK SC"/>
                <a:ea typeface="Noto Serif CJK SC"/>
                <a:cs typeface="Noto Serif CJK SC"/>
              </a:defRPr>
            </a:lvl8pPr>
            <a:lvl9pPr algn="l">
              <a:defRPr sz="2100" b="0">
                <a:solidFill>
                  <a:srgbClr val="990B22"/>
                </a:solidFill>
                <a:latin typeface="Noto Serif CJK SC"/>
                <a:ea typeface="Noto Serif CJK SC"/>
                <a:cs typeface="Noto Serif CJK SC"/>
              </a:defRPr>
            </a:lvl9pPr>
          </a:lstStyle>
          <a:p>
            <a:pPr algn="l">
              <a:lnSpc>
                <a:spcPct val="112000"/>
              </a:lnSpc>
              <a:buNone/>
              <a:defRPr sz="2100" b="0">
                <a:solidFill>
                  <a:srgbClr val="990B22"/>
                </a:solidFill>
                <a:latin typeface="Noto Serif CJK SC"/>
                <a:ea typeface="Noto Serif CJK SC"/>
                <a:cs typeface="Noto Serif CJK SC"/>
              </a:defRPr>
            </a:pPr>
            <a:r>
              <a:rPr sz="1890" b="0">
                <a:solidFill>
                  <a:srgbClr val="990B22"/>
                </a:solidFill>
                <a:latin typeface="Noto Serif CJK SC"/>
                <a:ea typeface="Noto Serif CJK SC"/>
                <a:cs typeface="Noto Serif CJK SC"/>
              </a:rPr>
              <a:t>政策效果取决于治理方式及其对地方利益关系的影响。</a:t>
            </a:r>
            <a:endParaRPr sz="1890" b="0">
              <a:solidFill>
                <a:srgbClr val="990B22"/>
              </a:solidFill>
              <a:latin typeface="Noto Serif CJK SC"/>
              <a:ea typeface="Noto Serif CJK SC"/>
              <a:cs typeface="Noto Serif CJK SC"/>
            </a:endParaRPr>
          </a:p>
        </p:txBody>
      </p:sp>
      <p:sp>
        <p:nvSpPr>
          <p:cNvPr id="18" name="Rectangle 17"/>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9" name="TextBox 18"/>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20" name="TextBox 19"/>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
        <p:nvSpPr>
          <p:cNvPr id="21" name="Rectangle 20"/>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2" name="TextBox 21"/>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23" name="Rectangle 22"/>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4" name="Rectangle 23"/>
          <p:cNvSpPr/>
          <p:nvPr/>
        </p:nvSpPr>
        <p:spPr>
          <a:xfrm>
            <a:off x="0" y="338327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Rectangle 25"/>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7" name="Rectangle 26"/>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TextBox 27"/>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endParaRPr>
              <a:latin typeface="Noto Serif CJK SC"/>
              <a:ea typeface="Noto Serif CJK SC"/>
            </a:endParaRPr>
          </a:p>
        </p:txBody>
      </p:sp>
      <p:sp>
        <p:nvSpPr>
          <p:cNvPr id="29" name="Rectangle 28"/>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0" name="Rectangle 29"/>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TextBox 30"/>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民族政策</a:t>
            </a:r>
            <a:endParaRPr>
              <a:latin typeface="Noto Serif CJK SC"/>
              <a:ea typeface="Noto Serif CJK SC"/>
            </a:endParaRPr>
          </a:p>
        </p:txBody>
      </p:sp>
      <p:sp>
        <p:nvSpPr>
          <p:cNvPr id="32" name="Rectangle 31"/>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Rectangle 32"/>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Rectangle 34"/>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6" name="TextBox 35"/>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37" name="Rectangle 36"/>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8" name="Rectangle 37"/>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9" name="TextBox 38"/>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10</a:t>
            </a:r>
            <a:endParaRPr>
              <a:latin typeface="Noto Serif CJK SC"/>
              <a:ea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altLang="en-US" sz="1500" b="1">
                <a:solidFill>
                  <a:srgbClr val="990B22"/>
                </a:solidFill>
                <a:latin typeface="Noto Serif CJK SC"/>
                <a:ea typeface="Noto Serif CJK SC"/>
                <a:cs typeface="Noto Serif CJK SC"/>
              </a:rPr>
              <a:t>边疆形势</a:t>
            </a:r>
            <a:endParaRPr lang="zh-CN" altLang="en-US">
              <a:latin typeface="Noto Serif CJK SC"/>
              <a:ea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a:t>
            </a:r>
            <a:r>
              <a:rPr lang="zh-CN" sz="1500" b="0">
                <a:solidFill>
                  <a:srgbClr val="FFFFFF"/>
                </a:solidFill>
                <a:latin typeface="Noto Serif CJK SC"/>
                <a:ea typeface="Noto Serif CJK SC"/>
                <a:cs typeface="Noto Serif CJK SC"/>
              </a:rPr>
              <a:t>总结</a:t>
            </a:r>
            <a:endParaRPr lang="zh-CN">
              <a:latin typeface="Noto Serif CJK SC"/>
              <a:ea typeface="Noto Serif CJK SC"/>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盛世才时期：政策调整及其限度</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69545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8" name="frame-7"/>
          <p:cNvSpPr>
            <a:spLocks noGrp="1"/>
          </p:cNvSpPr>
          <p:nvPr/>
        </p:nvSpPr>
        <p:spPr>
          <a:xfrm>
            <a:off x="1779727" y="169545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9" name="frame-8"/>
          <p:cNvSpPr>
            <a:spLocks noGrp="1"/>
          </p:cNvSpPr>
          <p:nvPr/>
        </p:nvSpPr>
        <p:spPr>
          <a:xfrm>
            <a:off x="1863547" y="1695450"/>
            <a:ext cx="1500378"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10" name="text-9"/>
          <p:cNvSpPr>
            <a:spLocks noGrp="1"/>
          </p:cNvSpPr>
          <p:nvPr/>
        </p:nvSpPr>
        <p:spPr>
          <a:xfrm>
            <a:off x="1989277" y="176212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政策主张</a:t>
            </a:r>
            <a:endParaRPr sz="2090" b="1">
              <a:solidFill>
                <a:srgbClr val="990B22"/>
              </a:solidFill>
              <a:latin typeface="Noto Serif CJK SC"/>
              <a:ea typeface="Noto Serif CJK SC"/>
              <a:cs typeface="Noto Serif CJK SC"/>
            </a:endParaRPr>
          </a:p>
        </p:txBody>
      </p:sp>
      <p:sp>
        <p:nvSpPr>
          <p:cNvPr id="11" name="frame-10"/>
          <p:cNvSpPr>
            <a:spLocks noGrp="1"/>
          </p:cNvSpPr>
          <p:nvPr/>
        </p:nvSpPr>
        <p:spPr>
          <a:xfrm>
            <a:off x="1989277" y="220980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12" name="text-11"/>
          <p:cNvSpPr>
            <a:spLocks noGrp="1"/>
          </p:cNvSpPr>
          <p:nvPr/>
        </p:nvSpPr>
        <p:spPr>
          <a:xfrm>
            <a:off x="1989277" y="230505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盛世才在战乱后提出反帝、亲苏、民平、清廉、和平、建设“六大政策”。这些主张与恢复经济、整顿财政及缓和民族矛盾相联系。</a:t>
            </a:r>
            <a:endParaRPr sz="1755" b="0">
              <a:solidFill>
                <a:srgbClr val="333333"/>
              </a:solidFill>
              <a:latin typeface="Noto Serif CJK SC"/>
              <a:ea typeface="Noto Serif CJK SC"/>
              <a:cs typeface="Noto Serif CJK SC"/>
            </a:endParaRPr>
          </a:p>
        </p:txBody>
      </p:sp>
      <p:sp>
        <p:nvSpPr>
          <p:cNvPr id="13" name="frame-12"/>
          <p:cNvSpPr>
            <a:spLocks noGrp="1"/>
          </p:cNvSpPr>
          <p:nvPr/>
        </p:nvSpPr>
        <p:spPr>
          <a:xfrm>
            <a:off x="1779727" y="320040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14" name="frame-13"/>
          <p:cNvSpPr>
            <a:spLocks noGrp="1"/>
          </p:cNvSpPr>
          <p:nvPr/>
        </p:nvSpPr>
        <p:spPr>
          <a:xfrm>
            <a:off x="1779727" y="320040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5" name="frame-14"/>
          <p:cNvSpPr>
            <a:spLocks noGrp="1"/>
          </p:cNvSpPr>
          <p:nvPr/>
        </p:nvSpPr>
        <p:spPr>
          <a:xfrm>
            <a:off x="1863547" y="3200400"/>
            <a:ext cx="2279904"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16" name="text-15"/>
          <p:cNvSpPr>
            <a:spLocks noGrp="1"/>
          </p:cNvSpPr>
          <p:nvPr/>
        </p:nvSpPr>
        <p:spPr>
          <a:xfrm>
            <a:off x="1989277" y="326707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组织与文化措施</a:t>
            </a:r>
            <a:endParaRPr sz="2090" b="1">
              <a:solidFill>
                <a:srgbClr val="990B22"/>
              </a:solidFill>
              <a:latin typeface="Noto Serif CJK SC"/>
              <a:ea typeface="Noto Serif CJK SC"/>
              <a:cs typeface="Noto Serif CJK SC"/>
            </a:endParaRPr>
          </a:p>
        </p:txBody>
      </p:sp>
      <p:sp>
        <p:nvSpPr>
          <p:cNvPr id="17" name="frame-16"/>
          <p:cNvSpPr>
            <a:spLocks noGrp="1"/>
          </p:cNvSpPr>
          <p:nvPr/>
        </p:nvSpPr>
        <p:spPr>
          <a:xfrm>
            <a:off x="1989277" y="371475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18" name="text-17"/>
          <p:cNvSpPr>
            <a:spLocks noGrp="1"/>
          </p:cNvSpPr>
          <p:nvPr/>
        </p:nvSpPr>
        <p:spPr>
          <a:xfrm>
            <a:off x="1989277" y="381000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少数民族人士进入省、厅、区、县等机构，民族学校和民族文字报纸相继出现。1935年召开民族代表大会，并成立新疆民众联合会。</a:t>
            </a:r>
            <a:endParaRPr sz="1755" b="0">
              <a:solidFill>
                <a:srgbClr val="333333"/>
              </a:solidFill>
              <a:latin typeface="Noto Serif CJK SC"/>
              <a:ea typeface="Noto Serif CJK SC"/>
              <a:cs typeface="Noto Serif CJK SC"/>
            </a:endParaRPr>
          </a:p>
        </p:txBody>
      </p:sp>
      <p:sp>
        <p:nvSpPr>
          <p:cNvPr id="19" name="frame-18"/>
          <p:cNvSpPr>
            <a:spLocks noGrp="1"/>
          </p:cNvSpPr>
          <p:nvPr/>
        </p:nvSpPr>
        <p:spPr>
          <a:xfrm>
            <a:off x="1779727" y="470535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20" name="frame-19"/>
          <p:cNvSpPr>
            <a:spLocks noGrp="1"/>
          </p:cNvSpPr>
          <p:nvPr/>
        </p:nvSpPr>
        <p:spPr>
          <a:xfrm>
            <a:off x="1779727" y="470535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21" name="frame-20"/>
          <p:cNvSpPr>
            <a:spLocks noGrp="1"/>
          </p:cNvSpPr>
          <p:nvPr/>
        </p:nvSpPr>
        <p:spPr>
          <a:xfrm>
            <a:off x="1863547" y="4705350"/>
            <a:ext cx="2279904"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22" name="text-21"/>
          <p:cNvSpPr>
            <a:spLocks noGrp="1"/>
          </p:cNvSpPr>
          <p:nvPr/>
        </p:nvSpPr>
        <p:spPr>
          <a:xfrm>
            <a:off x="1989277" y="477202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称谓与社会关系</a:t>
            </a:r>
            <a:endParaRPr sz="2090" b="1">
              <a:solidFill>
                <a:srgbClr val="990B22"/>
              </a:solidFill>
              <a:latin typeface="Noto Serif CJK SC"/>
              <a:ea typeface="Noto Serif CJK SC"/>
              <a:cs typeface="Noto Serif CJK SC"/>
            </a:endParaRPr>
          </a:p>
        </p:txBody>
      </p:sp>
      <p:sp>
        <p:nvSpPr>
          <p:cNvPr id="23" name="frame-22"/>
          <p:cNvSpPr>
            <a:spLocks noGrp="1"/>
          </p:cNvSpPr>
          <p:nvPr/>
        </p:nvSpPr>
        <p:spPr>
          <a:xfrm>
            <a:off x="1989277" y="521970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24" name="text-23"/>
          <p:cNvSpPr>
            <a:spLocks noGrp="1"/>
          </p:cNvSpPr>
          <p:nvPr/>
        </p:nvSpPr>
        <p:spPr>
          <a:xfrm>
            <a:off x="1989277" y="531495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代表大会讨论民族称谓，将带有歧视性的旧称改为相应民族名称。这些措施在当时有助于稳定社会，但仍须结合后来政治转向加以评价。</a:t>
            </a:r>
            <a:endParaRPr sz="1755" b="0">
              <a:solidFill>
                <a:srgbClr val="333333"/>
              </a:solidFill>
              <a:latin typeface="Noto Serif CJK SC"/>
              <a:ea typeface="Noto Serif CJK SC"/>
              <a:cs typeface="Noto Serif CJK SC"/>
            </a:endParaRPr>
          </a:p>
        </p:txBody>
      </p:sp>
      <p:sp>
        <p:nvSpPr>
          <p:cNvPr id="25" name="Rectangle 24"/>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TextBox 25"/>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27" name="TextBox 26"/>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
        <p:nvSpPr>
          <p:cNvPr id="28" name="Rectangle 27"/>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TextBox 28"/>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30" name="Rectangle 29"/>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Rectangle 30"/>
          <p:cNvSpPr/>
          <p:nvPr/>
        </p:nvSpPr>
        <p:spPr>
          <a:xfrm>
            <a:off x="0" y="338327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Rectangle 32"/>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4" name="Rectangle 33"/>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TextBox 34"/>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endParaRPr>
              <a:latin typeface="Noto Serif CJK SC"/>
              <a:ea typeface="Noto Serif CJK SC"/>
            </a:endParaRPr>
          </a:p>
        </p:txBody>
      </p:sp>
      <p:sp>
        <p:nvSpPr>
          <p:cNvPr id="36" name="Rectangle 35"/>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7" name="Rectangle 36"/>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8" name="TextBox 37"/>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民族政策</a:t>
            </a:r>
            <a:endParaRPr>
              <a:latin typeface="Noto Serif CJK SC"/>
              <a:ea typeface="Noto Serif CJK SC"/>
            </a:endParaRPr>
          </a:p>
        </p:txBody>
      </p:sp>
      <p:sp>
        <p:nvSpPr>
          <p:cNvPr id="39" name="Rectangle 38"/>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0" name="Rectangle 39"/>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2" name="Rectangle 41"/>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3" name="TextBox 42"/>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44" name="Rectangle 43"/>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5" name="Rectangle 44"/>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6" name="TextBox 45"/>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11</a:t>
            </a:r>
            <a:endParaRPr>
              <a:latin typeface="Noto Serif CJK SC"/>
              <a:ea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altLang="en-US" sz="1500" b="1">
                <a:solidFill>
                  <a:srgbClr val="990B22"/>
                </a:solidFill>
                <a:latin typeface="Noto Serif CJK SC"/>
                <a:ea typeface="Noto Serif CJK SC"/>
                <a:cs typeface="Noto Serif CJK SC"/>
              </a:rPr>
              <a:t>边疆形势</a:t>
            </a:r>
            <a:endParaRPr lang="zh-CN" altLang="en-US">
              <a:latin typeface="Noto Serif CJK SC"/>
              <a:ea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a:t>
            </a:r>
            <a:r>
              <a:rPr lang="zh-CN" sz="1500" b="0">
                <a:solidFill>
                  <a:srgbClr val="FFFFFF"/>
                </a:solidFill>
                <a:latin typeface="Noto Serif CJK SC"/>
                <a:ea typeface="Noto Serif CJK SC"/>
                <a:cs typeface="Noto Serif CJK SC"/>
              </a:rPr>
              <a:t>总结</a:t>
            </a:r>
            <a:endParaRPr lang="zh-CN">
              <a:latin typeface="Noto Serif CJK SC"/>
              <a:ea typeface="Noto Serif CJK SC"/>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西藏与西康：外部干预和行政回应</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69545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8" name="frame-7"/>
          <p:cNvSpPr>
            <a:spLocks noGrp="1"/>
          </p:cNvSpPr>
          <p:nvPr/>
        </p:nvSpPr>
        <p:spPr>
          <a:xfrm>
            <a:off x="1779727" y="169545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9" name="frame-8"/>
          <p:cNvSpPr>
            <a:spLocks noGrp="1"/>
          </p:cNvSpPr>
          <p:nvPr/>
        </p:nvSpPr>
        <p:spPr>
          <a:xfrm>
            <a:off x="1863547" y="1695450"/>
            <a:ext cx="1500378"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10" name="text-9"/>
          <p:cNvSpPr>
            <a:spLocks noGrp="1"/>
          </p:cNvSpPr>
          <p:nvPr/>
        </p:nvSpPr>
        <p:spPr>
          <a:xfrm>
            <a:off x="1989277" y="176212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外部干预</a:t>
            </a:r>
            <a:endParaRPr sz="2090" b="1">
              <a:solidFill>
                <a:srgbClr val="990B22"/>
              </a:solidFill>
              <a:latin typeface="Noto Serif CJK SC"/>
              <a:ea typeface="Noto Serif CJK SC"/>
              <a:cs typeface="Noto Serif CJK SC"/>
            </a:endParaRPr>
          </a:p>
        </p:txBody>
      </p:sp>
      <p:sp>
        <p:nvSpPr>
          <p:cNvPr id="11" name="frame-10"/>
          <p:cNvSpPr>
            <a:spLocks noGrp="1"/>
          </p:cNvSpPr>
          <p:nvPr/>
        </p:nvSpPr>
        <p:spPr>
          <a:xfrm>
            <a:off x="1989277" y="220980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12" name="text-11"/>
          <p:cNvSpPr>
            <a:spLocks noGrp="1"/>
          </p:cNvSpPr>
          <p:nvPr/>
        </p:nvSpPr>
        <p:spPr>
          <a:xfrm>
            <a:off x="1989277" y="230505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英国对西藏及周边地区的干预，与其扩大政治影响的目标相联系。地方军事冲突、上层政治分歧和对外关系共同影响了区域局势。</a:t>
            </a:r>
            <a:endParaRPr sz="1755" b="0">
              <a:solidFill>
                <a:srgbClr val="333333"/>
              </a:solidFill>
              <a:latin typeface="Noto Serif CJK SC"/>
              <a:ea typeface="Noto Serif CJK SC"/>
              <a:cs typeface="Noto Serif CJK SC"/>
            </a:endParaRPr>
          </a:p>
        </p:txBody>
      </p:sp>
      <p:sp>
        <p:nvSpPr>
          <p:cNvPr id="13" name="frame-12"/>
          <p:cNvSpPr>
            <a:spLocks noGrp="1"/>
          </p:cNvSpPr>
          <p:nvPr/>
        </p:nvSpPr>
        <p:spPr>
          <a:xfrm>
            <a:off x="1779727" y="320040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14" name="frame-13"/>
          <p:cNvSpPr>
            <a:spLocks noGrp="1"/>
          </p:cNvSpPr>
          <p:nvPr/>
        </p:nvSpPr>
        <p:spPr>
          <a:xfrm>
            <a:off x="1779727" y="320040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5" name="frame-14"/>
          <p:cNvSpPr>
            <a:spLocks noGrp="1"/>
          </p:cNvSpPr>
          <p:nvPr/>
        </p:nvSpPr>
        <p:spPr>
          <a:xfrm>
            <a:off x="1863547" y="3200400"/>
            <a:ext cx="2020062"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16" name="text-15"/>
          <p:cNvSpPr>
            <a:spLocks noGrp="1"/>
          </p:cNvSpPr>
          <p:nvPr/>
        </p:nvSpPr>
        <p:spPr>
          <a:xfrm>
            <a:off x="1989277" y="326707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西康建省过程</a:t>
            </a:r>
            <a:endParaRPr sz="2090" b="1">
              <a:solidFill>
                <a:srgbClr val="990B22"/>
              </a:solidFill>
              <a:latin typeface="Noto Serif CJK SC"/>
              <a:ea typeface="Noto Serif CJK SC"/>
              <a:cs typeface="Noto Serif CJK SC"/>
            </a:endParaRPr>
          </a:p>
        </p:txBody>
      </p:sp>
      <p:sp>
        <p:nvSpPr>
          <p:cNvPr id="17" name="frame-16"/>
          <p:cNvSpPr>
            <a:spLocks noGrp="1"/>
          </p:cNvSpPr>
          <p:nvPr/>
        </p:nvSpPr>
        <p:spPr>
          <a:xfrm>
            <a:off x="1989277" y="371475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18" name="text-17"/>
          <p:cNvSpPr>
            <a:spLocks noGrp="1"/>
          </p:cNvSpPr>
          <p:nvPr/>
        </p:nvSpPr>
        <p:spPr>
          <a:xfrm>
            <a:off x="1989277" y="381000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1929年西康建省方案因战争等因素未能实行。随后设置建省机构，围绕交通开发、资源调查、疆界厘定、地方制度及教育开展筹备。</a:t>
            </a:r>
            <a:endParaRPr sz="1755" b="0">
              <a:solidFill>
                <a:srgbClr val="333333"/>
              </a:solidFill>
              <a:latin typeface="Noto Serif CJK SC"/>
              <a:ea typeface="Noto Serif CJK SC"/>
              <a:cs typeface="Noto Serif CJK SC"/>
            </a:endParaRPr>
          </a:p>
        </p:txBody>
      </p:sp>
      <p:sp>
        <p:nvSpPr>
          <p:cNvPr id="19" name="frame-18"/>
          <p:cNvSpPr>
            <a:spLocks noGrp="1"/>
          </p:cNvSpPr>
          <p:nvPr/>
        </p:nvSpPr>
        <p:spPr>
          <a:xfrm>
            <a:off x="1779727" y="470535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20" name="frame-19"/>
          <p:cNvSpPr>
            <a:spLocks noGrp="1"/>
          </p:cNvSpPr>
          <p:nvPr/>
        </p:nvSpPr>
        <p:spPr>
          <a:xfrm>
            <a:off x="1779727" y="470535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21" name="frame-20"/>
          <p:cNvSpPr>
            <a:spLocks noGrp="1"/>
          </p:cNvSpPr>
          <p:nvPr/>
        </p:nvSpPr>
        <p:spPr>
          <a:xfrm>
            <a:off x="1863547" y="4705350"/>
            <a:ext cx="2020062"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22" name="text-21"/>
          <p:cNvSpPr>
            <a:spLocks noGrp="1"/>
          </p:cNvSpPr>
          <p:nvPr/>
        </p:nvSpPr>
        <p:spPr>
          <a:xfrm>
            <a:off x="1989277" y="477202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行政落实条件</a:t>
            </a:r>
            <a:endParaRPr sz="2090" b="1">
              <a:solidFill>
                <a:srgbClr val="990B22"/>
              </a:solidFill>
              <a:latin typeface="Noto Serif CJK SC"/>
              <a:ea typeface="Noto Serif CJK SC"/>
              <a:cs typeface="Noto Serif CJK SC"/>
            </a:endParaRPr>
          </a:p>
        </p:txBody>
      </p:sp>
      <p:sp>
        <p:nvSpPr>
          <p:cNvPr id="23" name="frame-22"/>
          <p:cNvSpPr>
            <a:spLocks noGrp="1"/>
          </p:cNvSpPr>
          <p:nvPr/>
        </p:nvSpPr>
        <p:spPr>
          <a:xfrm>
            <a:off x="1989277" y="521970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24" name="text-23"/>
          <p:cNvSpPr>
            <a:spLocks noGrp="1"/>
          </p:cNvSpPr>
          <p:nvPr/>
        </p:nvSpPr>
        <p:spPr>
          <a:xfrm>
            <a:off x="1989277" y="531495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建省筹备与地方军事、政治关系密切相连。行政区划的确立还需要调查、人才和资源支持，不能仅靠一项建制命令完成。</a:t>
            </a:r>
            <a:endParaRPr sz="1755" b="0">
              <a:solidFill>
                <a:srgbClr val="333333"/>
              </a:solidFill>
              <a:latin typeface="Noto Serif CJK SC"/>
              <a:ea typeface="Noto Serif CJK SC"/>
              <a:cs typeface="Noto Serif CJK SC"/>
            </a:endParaRPr>
          </a:p>
        </p:txBody>
      </p:sp>
      <p:sp>
        <p:nvSpPr>
          <p:cNvPr id="25" name="Rectangle 24"/>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TextBox 25"/>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27" name="TextBox 26"/>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
        <p:nvSpPr>
          <p:cNvPr id="28" name="Rectangle 27"/>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TextBox 28"/>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30" name="Rectangle 29"/>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Rectangle 30"/>
          <p:cNvSpPr/>
          <p:nvPr/>
        </p:nvSpPr>
        <p:spPr>
          <a:xfrm>
            <a:off x="0" y="338327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Rectangle 32"/>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4" name="Rectangle 33"/>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TextBox 34"/>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endParaRPr>
              <a:latin typeface="Noto Serif CJK SC"/>
              <a:ea typeface="Noto Serif CJK SC"/>
            </a:endParaRPr>
          </a:p>
        </p:txBody>
      </p:sp>
      <p:sp>
        <p:nvSpPr>
          <p:cNvPr id="36" name="Rectangle 35"/>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7" name="Rectangle 36"/>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8" name="TextBox 37"/>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民族政策</a:t>
            </a:r>
            <a:endParaRPr>
              <a:latin typeface="Noto Serif CJK SC"/>
              <a:ea typeface="Noto Serif CJK SC"/>
            </a:endParaRPr>
          </a:p>
        </p:txBody>
      </p:sp>
      <p:sp>
        <p:nvSpPr>
          <p:cNvPr id="39" name="Rectangle 38"/>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0" name="Rectangle 39"/>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2" name="Rectangle 41"/>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3" name="TextBox 42"/>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44" name="Rectangle 43"/>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5" name="Rectangle 44"/>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6" name="TextBox 45"/>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12</a:t>
            </a:r>
            <a:endParaRPr>
              <a:latin typeface="Noto Serif CJK SC"/>
              <a:ea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altLang="en-US" sz="1500" b="1">
                <a:solidFill>
                  <a:srgbClr val="990B22"/>
                </a:solidFill>
                <a:latin typeface="Noto Serif CJK SC"/>
                <a:ea typeface="Noto Serif CJK SC"/>
                <a:cs typeface="Noto Serif CJK SC"/>
              </a:rPr>
              <a:t>边疆形势</a:t>
            </a:r>
            <a:endParaRPr lang="zh-CN" altLang="en-US">
              <a:latin typeface="Noto Serif CJK SC"/>
              <a:ea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a:t>
            </a:r>
            <a:r>
              <a:rPr lang="zh-CN" sz="1500" b="0">
                <a:solidFill>
                  <a:srgbClr val="FFFFFF"/>
                </a:solidFill>
                <a:latin typeface="Noto Serif CJK SC"/>
                <a:ea typeface="Noto Serif CJK SC"/>
                <a:cs typeface="Noto Serif CJK SC"/>
              </a:rPr>
              <a:t>总结</a:t>
            </a:r>
            <a:endParaRPr lang="zh-CN">
              <a:latin typeface="Noto Serif CJK SC"/>
              <a:ea typeface="Noto Serif CJK SC"/>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云南边境：边界争议中的地方行动</a:t>
            </a:r>
            <a:endParaRPr sz="2970" b="1">
              <a:solidFill>
                <a:srgbClr val="990B22"/>
              </a:solidFill>
              <a:latin typeface="Noto Serif CJK SC"/>
              <a:ea typeface="Noto Serif CJK SC"/>
              <a:cs typeface="Noto Serif CJK SC"/>
            </a:endParaRPr>
          </a:p>
        </p:txBody>
      </p:sp>
      <p:sp>
        <p:nvSpPr>
          <p:cNvPr id="16" name="Rectangle 15"/>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7" name="TextBox 16"/>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18" name="TextBox 17"/>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
        <p:nvSpPr>
          <p:cNvPr id="19" name="Rectangle 18"/>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0" name="TextBox 19"/>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21" name="Rectangle 20"/>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2" name="Rectangle 21"/>
          <p:cNvSpPr/>
          <p:nvPr/>
        </p:nvSpPr>
        <p:spPr>
          <a:xfrm>
            <a:off x="0" y="338327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4" name="Rectangle 23"/>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5" name="Rectangle 24"/>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TextBox 25"/>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endParaRPr>
              <a:latin typeface="Noto Serif CJK SC"/>
              <a:ea typeface="Noto Serif CJK SC"/>
            </a:endParaRPr>
          </a:p>
        </p:txBody>
      </p:sp>
      <p:sp>
        <p:nvSpPr>
          <p:cNvPr id="27" name="Rectangle 26"/>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Rectangle 27"/>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TextBox 28"/>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民族政策</a:t>
            </a:r>
            <a:endParaRPr>
              <a:latin typeface="Noto Serif CJK SC"/>
              <a:ea typeface="Noto Serif CJK SC"/>
            </a:endParaRPr>
          </a:p>
        </p:txBody>
      </p:sp>
      <p:sp>
        <p:nvSpPr>
          <p:cNvPr id="30" name="Rectangle 29"/>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Rectangle 30"/>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Rectangle 32"/>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4" name="TextBox 33"/>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35" name="Rectangle 34"/>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6" name="Rectangle 35"/>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7" name="TextBox 36"/>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13</a:t>
            </a:r>
            <a:endParaRPr>
              <a:latin typeface="Noto Serif CJK SC"/>
              <a:ea typeface="Noto Serif CJK SC"/>
            </a:endParaRPr>
          </a:p>
        </p:txBody>
      </p:sp>
      <p:cxnSp>
        <p:nvCxnSpPr>
          <p:cNvPr id="54" name="直接连接符 53"/>
          <p:cNvCxnSpPr/>
          <p:nvPr>
            <p:custDataLst>
              <p:tags r:id="rId1"/>
            </p:custDataLst>
          </p:nvPr>
        </p:nvCxnSpPr>
        <p:spPr>
          <a:xfrm>
            <a:off x="1713694" y="3453827"/>
            <a:ext cx="9170594" cy="0"/>
          </a:xfrm>
          <a:prstGeom prst="line">
            <a:avLst/>
          </a:prstGeom>
          <a:ln w="25400">
            <a:solidFill>
              <a:srgbClr val="930000">
                <a:alpha val="80000"/>
              </a:srgbClr>
            </a:solidFill>
          </a:ln>
        </p:spPr>
        <p:style>
          <a:lnRef idx="1">
            <a:schemeClr val="accent1"/>
          </a:lnRef>
          <a:fillRef idx="0">
            <a:schemeClr val="accent1"/>
          </a:fillRef>
          <a:effectRef idx="0">
            <a:schemeClr val="accent1"/>
          </a:effectRef>
          <a:fontRef idx="minor">
            <a:schemeClr val="tx1"/>
          </a:fontRef>
        </p:style>
      </p:cxnSp>
      <p:sp>
        <p:nvSpPr>
          <p:cNvPr id="55" name="直角三角形 54"/>
          <p:cNvSpPr/>
          <p:nvPr>
            <p:custDataLst>
              <p:tags r:id="rId2"/>
            </p:custDataLst>
          </p:nvPr>
        </p:nvSpPr>
        <p:spPr>
          <a:xfrm rot="13456694">
            <a:off x="10814878" y="3399140"/>
            <a:ext cx="103723" cy="108832"/>
          </a:xfrm>
          <a:prstGeom prst="rtTriangle">
            <a:avLst/>
          </a:prstGeom>
          <a:solidFill>
            <a:srgbClr val="930000">
              <a:lumMod val="60000"/>
              <a:lumOff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Noto Serif CJK SC"/>
              <a:ea typeface="Noto Serif CJK SC"/>
            </a:endParaRPr>
          </a:p>
        </p:txBody>
      </p:sp>
      <p:cxnSp>
        <p:nvCxnSpPr>
          <p:cNvPr id="56" name="直接连接符 55"/>
          <p:cNvCxnSpPr/>
          <p:nvPr>
            <p:custDataLst>
              <p:tags r:id="rId3"/>
            </p:custDataLst>
          </p:nvPr>
        </p:nvCxnSpPr>
        <p:spPr>
          <a:xfrm flipV="1">
            <a:off x="3392165" y="2143441"/>
            <a:ext cx="0" cy="1192598"/>
          </a:xfrm>
          <a:prstGeom prst="line">
            <a:avLst/>
          </a:prstGeom>
          <a:ln w="25400">
            <a:gradFill>
              <a:gsLst>
                <a:gs pos="9000">
                  <a:srgbClr val="930000">
                    <a:lumMod val="60000"/>
                    <a:lumOff val="40000"/>
                    <a:alpha val="0"/>
                  </a:srgbClr>
                </a:gs>
                <a:gs pos="100000">
                  <a:srgbClr val="930000">
                    <a:lumMod val="60000"/>
                    <a:lumOff val="40000"/>
                    <a:alpha val="60000"/>
                  </a:srgb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57" name="椭圆 56"/>
          <p:cNvSpPr/>
          <p:nvPr>
            <p:custDataLst>
              <p:tags r:id="rId4"/>
            </p:custDataLst>
          </p:nvPr>
        </p:nvSpPr>
        <p:spPr>
          <a:xfrm>
            <a:off x="3319600" y="3389149"/>
            <a:ext cx="119365" cy="119365"/>
          </a:xfrm>
          <a:prstGeom prst="ellipse">
            <a:avLst/>
          </a:prstGeom>
          <a:solidFill>
            <a:srgbClr val="930000"/>
          </a:solidFill>
          <a:ln w="44450">
            <a:solidFill>
              <a:srgbClr val="FFFFFF"/>
            </a:solidFill>
          </a:ln>
          <a:effectLst>
            <a:outerShdw blurRad="50800" dist="38100" dir="2700000" algn="tl" rotWithShape="0">
              <a:srgbClr val="930000">
                <a:alpha val="3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Noto Serif CJK SC"/>
              <a:ea typeface="Noto Serif CJK SC"/>
            </a:endParaRPr>
          </a:p>
        </p:txBody>
      </p:sp>
      <p:sp>
        <p:nvSpPr>
          <p:cNvPr id="58" name="文本框 57"/>
          <p:cNvSpPr txBox="1"/>
          <p:nvPr>
            <p:custDataLst>
              <p:tags r:id="rId5"/>
            </p:custDataLst>
          </p:nvPr>
        </p:nvSpPr>
        <p:spPr>
          <a:xfrm>
            <a:off x="3529584" y="2295144"/>
            <a:ext cx="2670048" cy="868680"/>
          </a:xfrm>
          <a:prstGeom prst="rect">
            <a:avLst/>
          </a:prstGeom>
          <a:noFill/>
        </p:spPr>
        <p:txBody>
          <a:bodyPr wrap="square" lIns="13716" tIns="0" rIns="13716" bIns="0" rtlCol="0">
            <a:noAutofit/>
          </a:bodyPr>
          <a:p>
            <a:pPr>
              <a:lnSpc>
                <a:spcPct val="112000"/>
              </a:lnSpc>
              <a:spcAft>
                <a:spcPts val="0"/>
              </a:spcAft>
              <a:defRPr/>
            </a:pPr>
            <a:r>
              <a:rPr lang="zh-CN" altLang="en-US" sz="1400" dirty="0">
                <a:solidFill>
                  <a:schemeClr val="tx1">
                    <a:lumMod val="85000"/>
                    <a:lumOff val="15000"/>
                  </a:schemeClr>
                </a:solidFill>
                <a:latin typeface="Noto Serif CJK SC"/>
                <a:ea typeface="Noto Serif CJK SC"/>
                <a:cs typeface="Noto Serif CJK SC"/>
              </a:rPr>
              <a:t>班洪、班老地区蕴藏银矿和铅矿。英国企图侵占矿区，遭到当地佤族民众反抗。</a:t>
            </a:r>
            <a:endParaRPr lang="zh-CN" altLang="en-US" sz="1200" dirty="0">
              <a:solidFill>
                <a:schemeClr val="tx1">
                  <a:lumMod val="85000"/>
                  <a:lumOff val="15000"/>
                </a:schemeClr>
              </a:solidFill>
              <a:latin typeface="Noto Serif CJK SC"/>
              <a:ea typeface="Noto Serif CJK SC"/>
              <a:cs typeface="Noto Serif CJK SC"/>
            </a:endParaRPr>
          </a:p>
        </p:txBody>
      </p:sp>
      <p:sp>
        <p:nvSpPr>
          <p:cNvPr id="59" name="文本框 58"/>
          <p:cNvSpPr txBox="1"/>
          <p:nvPr>
            <p:custDataLst>
              <p:tags r:id="rId6"/>
            </p:custDataLst>
          </p:nvPr>
        </p:nvSpPr>
        <p:spPr>
          <a:xfrm>
            <a:off x="3529584" y="1956816"/>
            <a:ext cx="2670048" cy="292608"/>
          </a:xfrm>
          <a:prstGeom prst="rect">
            <a:avLst/>
          </a:prstGeom>
          <a:noFill/>
        </p:spPr>
        <p:txBody>
          <a:bodyPr wrap="none" lIns="13716" tIns="0" rIns="13716" bIns="0" rtlCol="0">
            <a:noAutofit/>
          </a:bodyPr>
          <a:p>
            <a:pPr algn="l">
              <a:lnSpc>
                <a:spcPct val="112000"/>
              </a:lnSpc>
              <a:spcAft>
                <a:spcPts val="0"/>
              </a:spcAft>
              <a:defRPr/>
            </a:pPr>
            <a:r>
              <a:rPr lang="zh-CN" altLang="en-US" sz="1700" b="1" spc="100" dirty="0">
                <a:solidFill>
                  <a:srgbClr val="930000"/>
                </a:solidFill>
                <a:latin typeface="Noto Serif CJK SC"/>
                <a:ea typeface="Noto Serif CJK SC"/>
                <a:cs typeface="Noto Serif CJK SC"/>
              </a:rPr>
              <a:t>背景</a:t>
            </a:r>
            <a:endParaRPr lang="zh-CN" altLang="en-US" sz="1600" b="1" spc="100" dirty="0">
              <a:solidFill>
                <a:srgbClr val="930000"/>
              </a:solidFill>
              <a:latin typeface="Noto Serif CJK SC"/>
              <a:ea typeface="Noto Serif CJK SC"/>
            </a:endParaRPr>
          </a:p>
        </p:txBody>
      </p:sp>
      <p:cxnSp>
        <p:nvCxnSpPr>
          <p:cNvPr id="60" name="直接连接符 59"/>
          <p:cNvCxnSpPr/>
          <p:nvPr>
            <p:custDataLst>
              <p:tags r:id="rId7"/>
            </p:custDataLst>
          </p:nvPr>
        </p:nvCxnSpPr>
        <p:spPr>
          <a:xfrm flipV="1">
            <a:off x="6786442" y="2143441"/>
            <a:ext cx="0" cy="1192598"/>
          </a:xfrm>
          <a:prstGeom prst="line">
            <a:avLst/>
          </a:prstGeom>
          <a:ln w="25400">
            <a:gradFill>
              <a:gsLst>
                <a:gs pos="9000">
                  <a:srgbClr val="930000">
                    <a:lumMod val="60000"/>
                    <a:lumOff val="40000"/>
                    <a:alpha val="0"/>
                  </a:srgbClr>
                </a:gs>
                <a:gs pos="100000">
                  <a:srgbClr val="930000">
                    <a:lumMod val="60000"/>
                    <a:lumOff val="40000"/>
                    <a:alpha val="60000"/>
                  </a:srgb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61" name="椭圆 60"/>
          <p:cNvSpPr/>
          <p:nvPr>
            <p:custDataLst>
              <p:tags r:id="rId8"/>
            </p:custDataLst>
          </p:nvPr>
        </p:nvSpPr>
        <p:spPr>
          <a:xfrm>
            <a:off x="6719661" y="3389149"/>
            <a:ext cx="119365" cy="119365"/>
          </a:xfrm>
          <a:prstGeom prst="ellipse">
            <a:avLst/>
          </a:prstGeom>
          <a:solidFill>
            <a:srgbClr val="930000"/>
          </a:solidFill>
          <a:ln w="44450">
            <a:solidFill>
              <a:srgbClr val="FFFFFF"/>
            </a:solidFill>
          </a:ln>
          <a:effectLst>
            <a:outerShdw blurRad="50800" dist="38100" dir="2700000" algn="tl" rotWithShape="0">
              <a:srgbClr val="930000">
                <a:alpha val="3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Noto Serif CJK SC"/>
              <a:ea typeface="Noto Serif CJK SC"/>
            </a:endParaRPr>
          </a:p>
        </p:txBody>
      </p:sp>
      <p:sp>
        <p:nvSpPr>
          <p:cNvPr id="62" name="文本框 61"/>
          <p:cNvSpPr txBox="1"/>
          <p:nvPr>
            <p:custDataLst>
              <p:tags r:id="rId9"/>
            </p:custDataLst>
          </p:nvPr>
        </p:nvSpPr>
        <p:spPr>
          <a:xfrm>
            <a:off x="7022592" y="2295144"/>
            <a:ext cx="3246120" cy="868680"/>
          </a:xfrm>
          <a:prstGeom prst="rect">
            <a:avLst/>
          </a:prstGeom>
          <a:noFill/>
        </p:spPr>
        <p:txBody>
          <a:bodyPr wrap="square" lIns="13716" tIns="0" rIns="13716" bIns="0" rtlCol="0">
            <a:noAutofit/>
          </a:bodyPr>
          <a:p>
            <a:pPr>
              <a:lnSpc>
                <a:spcPct val="112000"/>
              </a:lnSpc>
              <a:spcAft>
                <a:spcPts val="0"/>
              </a:spcAft>
              <a:defRPr/>
            </a:pPr>
            <a:r>
              <a:rPr lang="zh-CN" altLang="en-US" sz="1400" dirty="0">
                <a:solidFill>
                  <a:schemeClr val="tx1">
                    <a:lumMod val="85000"/>
                    <a:lumOff val="15000"/>
                  </a:schemeClr>
                </a:solidFill>
                <a:latin typeface="Noto Serif CJK SC"/>
                <a:ea typeface="Noto Serif CJK SC"/>
                <a:cs typeface="Noto Serif CJK SC"/>
              </a:rPr>
              <a:t>班洪、班老邀集周边十余个部落剽牛立盟，组成三支武装；各族义勇军千余人驰援。</a:t>
            </a:r>
            <a:endParaRPr lang="zh-CN" altLang="en-US" sz="1200" dirty="0">
              <a:solidFill>
                <a:schemeClr val="tx1">
                  <a:lumMod val="85000"/>
                  <a:lumOff val="15000"/>
                </a:schemeClr>
              </a:solidFill>
              <a:latin typeface="Noto Serif CJK SC"/>
              <a:ea typeface="Noto Serif CJK SC"/>
              <a:cs typeface="Noto Serif CJK SC"/>
            </a:endParaRPr>
          </a:p>
        </p:txBody>
      </p:sp>
      <p:sp>
        <p:nvSpPr>
          <p:cNvPr id="63" name="文本框 62"/>
          <p:cNvSpPr txBox="1"/>
          <p:nvPr>
            <p:custDataLst>
              <p:tags r:id="rId10"/>
            </p:custDataLst>
          </p:nvPr>
        </p:nvSpPr>
        <p:spPr>
          <a:xfrm>
            <a:off x="7022592" y="1956816"/>
            <a:ext cx="3931920" cy="320040"/>
          </a:xfrm>
          <a:prstGeom prst="rect">
            <a:avLst/>
          </a:prstGeom>
          <a:noFill/>
        </p:spPr>
        <p:txBody>
          <a:bodyPr wrap="none" lIns="13716" tIns="0" rIns="13716" bIns="0" rtlCol="0">
            <a:noAutofit/>
          </a:bodyPr>
          <a:p>
            <a:pPr algn="l">
              <a:lnSpc>
                <a:spcPct val="112000"/>
              </a:lnSpc>
              <a:spcAft>
                <a:spcPts val="0"/>
              </a:spcAft>
              <a:defRPr/>
            </a:pPr>
            <a:r>
              <a:rPr lang="zh-CN" altLang="en-US" sz="1600" b="1" spc="100" dirty="0">
                <a:solidFill>
                  <a:srgbClr val="930000"/>
                </a:solidFill>
                <a:latin typeface="Noto Serif CJK SC"/>
                <a:ea typeface="Noto Serif CJK SC"/>
                <a:cs typeface="Noto Serif CJK SC"/>
              </a:rPr>
              <a:t>1934年2月</a:t>
            </a:r>
            <a:r>
              <a:rPr lang="en-US" altLang="zh-CN" sz="1600" b="1" spc="100" dirty="0">
                <a:solidFill>
                  <a:srgbClr val="930000"/>
                </a:solidFill>
                <a:latin typeface="Noto Serif CJK SC"/>
                <a:ea typeface="Noto Serif CJK SC"/>
                <a:cs typeface="Noto Serif CJK SC"/>
              </a:rPr>
              <a:t> </a:t>
            </a:r>
            <a:r>
              <a:rPr lang="zh-CN" altLang="en-US" sz="1600" b="1" spc="100" dirty="0">
                <a:solidFill>
                  <a:srgbClr val="930000"/>
                </a:solidFill>
                <a:latin typeface="Noto Serif CJK SC"/>
                <a:ea typeface="Noto Serif CJK SC"/>
                <a:cs typeface="Noto Serif CJK SC"/>
              </a:rPr>
              <a:t>各族联合抗英</a:t>
            </a:r>
            <a:endParaRPr lang="zh-CN" altLang="en-US" sz="1600" b="1" spc="100" dirty="0">
              <a:solidFill>
                <a:srgbClr val="930000"/>
              </a:solidFill>
              <a:latin typeface="Noto Serif CJK SC"/>
              <a:ea typeface="Noto Serif CJK SC"/>
              <a:cs typeface="Noto Serif CJK SC"/>
            </a:endParaRPr>
          </a:p>
        </p:txBody>
      </p:sp>
      <p:cxnSp>
        <p:nvCxnSpPr>
          <p:cNvPr id="64" name="直接连接符 63"/>
          <p:cNvCxnSpPr/>
          <p:nvPr>
            <p:custDataLst>
              <p:tags r:id="rId11"/>
            </p:custDataLst>
          </p:nvPr>
        </p:nvCxnSpPr>
        <p:spPr>
          <a:xfrm>
            <a:off x="5084308" y="3613681"/>
            <a:ext cx="0" cy="1192598"/>
          </a:xfrm>
          <a:prstGeom prst="line">
            <a:avLst/>
          </a:prstGeom>
          <a:ln w="25400">
            <a:gradFill>
              <a:gsLst>
                <a:gs pos="9000">
                  <a:srgbClr val="CE2600">
                    <a:lumMod val="60000"/>
                    <a:lumOff val="40000"/>
                    <a:alpha val="0"/>
                  </a:srgbClr>
                </a:gs>
                <a:gs pos="100000">
                  <a:srgbClr val="CE2600">
                    <a:lumMod val="60000"/>
                    <a:lumOff val="40000"/>
                    <a:alpha val="60000"/>
                  </a:srgb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65" name="椭圆 64"/>
          <p:cNvSpPr/>
          <p:nvPr>
            <p:custDataLst>
              <p:tags r:id="rId12"/>
            </p:custDataLst>
          </p:nvPr>
        </p:nvSpPr>
        <p:spPr>
          <a:xfrm>
            <a:off x="5024889" y="3389149"/>
            <a:ext cx="119365" cy="119365"/>
          </a:xfrm>
          <a:prstGeom prst="ellipse">
            <a:avLst/>
          </a:prstGeom>
          <a:solidFill>
            <a:srgbClr val="CE2600"/>
          </a:solidFill>
          <a:ln w="44450">
            <a:solidFill>
              <a:srgbClr val="FFFFFF"/>
            </a:solidFill>
          </a:ln>
          <a:effectLst>
            <a:outerShdw blurRad="50800" dist="38100" dir="2700000" algn="tl" rotWithShape="0">
              <a:srgbClr val="CE2600">
                <a:alpha val="3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Noto Serif CJK SC"/>
              <a:ea typeface="Noto Serif CJK SC"/>
            </a:endParaRPr>
          </a:p>
        </p:txBody>
      </p:sp>
      <p:sp>
        <p:nvSpPr>
          <p:cNvPr id="66" name="文本框 65"/>
          <p:cNvSpPr txBox="1"/>
          <p:nvPr>
            <p:custDataLst>
              <p:tags r:id="rId13"/>
            </p:custDataLst>
          </p:nvPr>
        </p:nvSpPr>
        <p:spPr>
          <a:xfrm>
            <a:off x="5230368" y="4251960"/>
            <a:ext cx="2898648" cy="960120"/>
          </a:xfrm>
          <a:prstGeom prst="rect">
            <a:avLst/>
          </a:prstGeom>
          <a:noFill/>
        </p:spPr>
        <p:txBody>
          <a:bodyPr wrap="square" lIns="13716" tIns="0" rIns="13716" bIns="0" rtlCol="0">
            <a:noAutofit/>
          </a:bodyPr>
          <a:p>
            <a:pPr>
              <a:lnSpc>
                <a:spcPct val="112000"/>
              </a:lnSpc>
              <a:spcAft>
                <a:spcPts val="0"/>
              </a:spcAft>
              <a:defRPr/>
            </a:pPr>
            <a:r>
              <a:rPr lang="zh-CN" altLang="en-US" sz="1400" dirty="0">
                <a:solidFill>
                  <a:schemeClr val="tx1">
                    <a:lumMod val="85000"/>
                    <a:lumOff val="15000"/>
                  </a:schemeClr>
                </a:solidFill>
                <a:latin typeface="Noto Serif CJK SC"/>
                <a:ea typeface="Noto Serif CJK SC"/>
                <a:cs typeface="Noto Serif CJK SC"/>
              </a:rPr>
              <a:t>英军以武力侵占矿区，激起佤族人民和云南各族人民的愤怒</a:t>
            </a:r>
            <a:endParaRPr lang="zh-CN" altLang="en-US" sz="1200" dirty="0">
              <a:solidFill>
                <a:schemeClr val="tx1">
                  <a:lumMod val="85000"/>
                  <a:lumOff val="15000"/>
                </a:schemeClr>
              </a:solidFill>
              <a:latin typeface="Noto Serif CJK SC"/>
              <a:ea typeface="Noto Serif CJK SC"/>
            </a:endParaRPr>
          </a:p>
        </p:txBody>
      </p:sp>
      <p:sp>
        <p:nvSpPr>
          <p:cNvPr id="67" name="文本框 66"/>
          <p:cNvSpPr txBox="1"/>
          <p:nvPr>
            <p:custDataLst>
              <p:tags r:id="rId14"/>
            </p:custDataLst>
          </p:nvPr>
        </p:nvSpPr>
        <p:spPr>
          <a:xfrm>
            <a:off x="5230368" y="3813048"/>
            <a:ext cx="2926080" cy="384048"/>
          </a:xfrm>
          <a:prstGeom prst="rect">
            <a:avLst/>
          </a:prstGeom>
          <a:noFill/>
        </p:spPr>
        <p:txBody>
          <a:bodyPr wrap="none" lIns="13716" tIns="0" rIns="13716" bIns="0" rtlCol="0">
            <a:noAutofit/>
          </a:bodyPr>
          <a:p>
            <a:pPr algn="l">
              <a:lnSpc>
                <a:spcPct val="112000"/>
              </a:lnSpc>
              <a:spcAft>
                <a:spcPts val="0"/>
              </a:spcAft>
              <a:defRPr/>
            </a:pPr>
            <a:r>
              <a:rPr lang="zh-CN" altLang="en-US" sz="1600" b="1" spc="100" dirty="0">
                <a:solidFill>
                  <a:srgbClr val="CE2600"/>
                </a:solidFill>
                <a:latin typeface="Noto Serif CJK SC"/>
                <a:ea typeface="Noto Serif CJK SC"/>
                <a:cs typeface="Noto Serif CJK SC"/>
              </a:rPr>
              <a:t>1934年1月</a:t>
            </a:r>
            <a:r>
              <a:rPr lang="en-US" altLang="zh-CN" sz="1600" b="1" spc="100" dirty="0">
                <a:solidFill>
                  <a:srgbClr val="CE2600"/>
                </a:solidFill>
                <a:latin typeface="Noto Serif CJK SC"/>
                <a:ea typeface="Noto Serif CJK SC"/>
                <a:cs typeface="Noto Serif CJK SC"/>
              </a:rPr>
              <a:t> </a:t>
            </a:r>
            <a:r>
              <a:rPr lang="zh-CN" altLang="en-US" sz="1600" b="1" spc="100" dirty="0">
                <a:solidFill>
                  <a:srgbClr val="CE2600"/>
                </a:solidFill>
                <a:latin typeface="Noto Serif CJK SC"/>
                <a:ea typeface="Noto Serif CJK SC"/>
                <a:cs typeface="Noto Serif CJK SC"/>
              </a:rPr>
              <a:t>武装侵占矿区</a:t>
            </a:r>
            <a:endParaRPr lang="zh-CN" altLang="en-US" sz="1600" b="1" spc="100" dirty="0">
              <a:solidFill>
                <a:srgbClr val="CE2600"/>
              </a:solidFill>
              <a:latin typeface="Noto Serif CJK SC"/>
              <a:ea typeface="Noto Serif CJK SC"/>
              <a:cs typeface="Noto Serif CJK SC"/>
            </a:endParaRPr>
          </a:p>
        </p:txBody>
      </p:sp>
      <p:cxnSp>
        <p:nvCxnSpPr>
          <p:cNvPr id="68" name="直接连接符 67"/>
          <p:cNvCxnSpPr/>
          <p:nvPr>
            <p:custDataLst>
              <p:tags r:id="rId15"/>
            </p:custDataLst>
          </p:nvPr>
        </p:nvCxnSpPr>
        <p:spPr>
          <a:xfrm>
            <a:off x="8472275" y="3613681"/>
            <a:ext cx="0" cy="1192598"/>
          </a:xfrm>
          <a:prstGeom prst="line">
            <a:avLst/>
          </a:prstGeom>
          <a:ln w="25400">
            <a:gradFill>
              <a:gsLst>
                <a:gs pos="9000">
                  <a:srgbClr val="CE2600">
                    <a:lumMod val="60000"/>
                    <a:lumOff val="40000"/>
                    <a:alpha val="0"/>
                  </a:srgbClr>
                </a:gs>
                <a:gs pos="100000">
                  <a:srgbClr val="CE2600">
                    <a:lumMod val="60000"/>
                    <a:lumOff val="40000"/>
                    <a:alpha val="60000"/>
                  </a:srgb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69" name="椭圆 68"/>
          <p:cNvSpPr/>
          <p:nvPr>
            <p:custDataLst>
              <p:tags r:id="rId16"/>
            </p:custDataLst>
          </p:nvPr>
        </p:nvSpPr>
        <p:spPr>
          <a:xfrm>
            <a:off x="8419165" y="3389149"/>
            <a:ext cx="119365" cy="119365"/>
          </a:xfrm>
          <a:prstGeom prst="ellipse">
            <a:avLst/>
          </a:prstGeom>
          <a:solidFill>
            <a:srgbClr val="CE2600"/>
          </a:solidFill>
          <a:ln w="44450">
            <a:solidFill>
              <a:srgbClr val="FFFFFF"/>
            </a:solidFill>
          </a:ln>
          <a:effectLst>
            <a:outerShdw blurRad="50800" dist="38100" dir="2700000" algn="tl" rotWithShape="0">
              <a:srgbClr val="CE2600">
                <a:alpha val="30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Noto Serif CJK SC"/>
              <a:ea typeface="Noto Serif CJK SC"/>
            </a:endParaRPr>
          </a:p>
        </p:txBody>
      </p:sp>
      <p:sp>
        <p:nvSpPr>
          <p:cNvPr id="70" name="文本框 69"/>
          <p:cNvSpPr txBox="1"/>
          <p:nvPr>
            <p:custDataLst>
              <p:tags r:id="rId17"/>
            </p:custDataLst>
          </p:nvPr>
        </p:nvSpPr>
        <p:spPr>
          <a:xfrm>
            <a:off x="8558784" y="4251960"/>
            <a:ext cx="2926080" cy="1124712"/>
          </a:xfrm>
          <a:prstGeom prst="rect">
            <a:avLst/>
          </a:prstGeom>
          <a:noFill/>
        </p:spPr>
        <p:txBody>
          <a:bodyPr wrap="square" lIns="13716" tIns="0" rIns="13716" bIns="0" rtlCol="0">
            <a:noAutofit/>
          </a:bodyPr>
          <a:p>
            <a:pPr>
              <a:lnSpc>
                <a:spcPct val="112000"/>
              </a:lnSpc>
              <a:spcAft>
                <a:spcPts val="0"/>
              </a:spcAft>
              <a:defRPr/>
            </a:pPr>
            <a:r>
              <a:rPr lang="zh-CN" altLang="en-US" sz="1400" dirty="0">
                <a:solidFill>
                  <a:schemeClr val="tx1">
                    <a:lumMod val="85000"/>
                    <a:lumOff val="15000"/>
                  </a:schemeClr>
                </a:solidFill>
                <a:latin typeface="Noto Serif CJK SC"/>
                <a:ea typeface="Noto Serif CJK SC"/>
                <a:cs typeface="Noto Serif CJK SC"/>
              </a:rPr>
              <a:t>英方军事受挫后向南京政府施压。南京政府强令义勇军撤退，当地佤族民众的抗争受到压制。</a:t>
            </a:r>
            <a:endParaRPr lang="zh-CN" altLang="en-US" sz="1200" dirty="0">
              <a:solidFill>
                <a:schemeClr val="tx1">
                  <a:lumMod val="85000"/>
                  <a:lumOff val="15000"/>
                </a:schemeClr>
              </a:solidFill>
              <a:latin typeface="Noto Serif CJK SC"/>
              <a:ea typeface="Noto Serif CJK SC"/>
              <a:cs typeface="Noto Serif CJK SC"/>
            </a:endParaRPr>
          </a:p>
        </p:txBody>
      </p:sp>
      <p:sp>
        <p:nvSpPr>
          <p:cNvPr id="71" name="文本框 70"/>
          <p:cNvSpPr txBox="1"/>
          <p:nvPr>
            <p:custDataLst>
              <p:tags r:id="rId18"/>
            </p:custDataLst>
          </p:nvPr>
        </p:nvSpPr>
        <p:spPr>
          <a:xfrm>
            <a:off x="8558784" y="3813048"/>
            <a:ext cx="3063240" cy="384048"/>
          </a:xfrm>
          <a:prstGeom prst="rect">
            <a:avLst/>
          </a:prstGeom>
          <a:noFill/>
        </p:spPr>
        <p:txBody>
          <a:bodyPr wrap="none" lIns="13716" tIns="0" rIns="13716" bIns="0" rtlCol="0">
            <a:noAutofit/>
          </a:bodyPr>
          <a:p>
            <a:pPr algn="l">
              <a:lnSpc>
                <a:spcPct val="112000"/>
              </a:lnSpc>
              <a:spcAft>
                <a:spcPts val="0"/>
              </a:spcAft>
              <a:defRPr/>
            </a:pPr>
            <a:r>
              <a:rPr lang="zh-CN" altLang="en-US" sz="1600" b="1" spc="100" dirty="0">
                <a:solidFill>
                  <a:srgbClr val="CE2600"/>
                </a:solidFill>
                <a:latin typeface="Noto Serif CJK SC"/>
                <a:ea typeface="Noto Serif CJK SC"/>
                <a:cs typeface="Noto Serif CJK SC"/>
              </a:rPr>
              <a:t>1934年4月</a:t>
            </a:r>
            <a:r>
              <a:rPr lang="en-US" altLang="zh-CN" sz="1600" b="1" spc="100" dirty="0">
                <a:solidFill>
                  <a:srgbClr val="CE2600"/>
                </a:solidFill>
                <a:latin typeface="Noto Serif CJK SC"/>
                <a:ea typeface="Noto Serif CJK SC"/>
                <a:cs typeface="Noto Serif CJK SC"/>
              </a:rPr>
              <a:t> </a:t>
            </a:r>
            <a:r>
              <a:rPr lang="zh-CN" altLang="en-US" sz="1600" b="1" spc="100" dirty="0">
                <a:solidFill>
                  <a:srgbClr val="CE2600"/>
                </a:solidFill>
                <a:latin typeface="Noto Serif CJK SC"/>
                <a:ea typeface="Noto Serif CJK SC"/>
                <a:cs typeface="Noto Serif CJK SC"/>
              </a:rPr>
              <a:t>施压与斗争受压制</a:t>
            </a:r>
            <a:endParaRPr lang="zh-CN" altLang="en-US" sz="1600" b="1" spc="100" dirty="0">
              <a:solidFill>
                <a:srgbClr val="CE2600"/>
              </a:solidFill>
              <a:latin typeface="Noto Serif CJK SC"/>
              <a:ea typeface="Noto Serif CJK SC"/>
              <a:cs typeface="Noto Serif CJK SC"/>
            </a:endParaRPr>
          </a:p>
        </p:txBody>
      </p:sp>
      <p:sp>
        <p:nvSpPr>
          <p:cNvPr id="7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altLang="en-US" sz="1500" b="1">
                <a:solidFill>
                  <a:srgbClr val="990B22"/>
                </a:solidFill>
                <a:latin typeface="Noto Serif CJK SC"/>
                <a:ea typeface="Noto Serif CJK SC"/>
                <a:cs typeface="Noto Serif CJK SC"/>
              </a:rPr>
              <a:t>边疆形势</a:t>
            </a:r>
            <a:endParaRPr lang="zh-CN" altLang="en-US">
              <a:latin typeface="Noto Serif CJK SC"/>
              <a:ea typeface="Noto Serif CJK SC"/>
            </a:endParaRPr>
          </a:p>
        </p:txBody>
      </p:sp>
      <p:sp>
        <p:nvSpPr>
          <p:cNvPr id="73"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a:t>
            </a:r>
            <a:r>
              <a:rPr lang="zh-CN" sz="1500" b="0">
                <a:solidFill>
                  <a:srgbClr val="FFFFFF"/>
                </a:solidFill>
                <a:latin typeface="Noto Serif CJK SC"/>
                <a:ea typeface="Noto Serif CJK SC"/>
                <a:cs typeface="Noto Serif CJK SC"/>
              </a:rPr>
              <a:t>总结</a:t>
            </a:r>
            <a:endParaRPr lang="zh-CN">
              <a:latin typeface="Noto Serif CJK SC"/>
              <a:ea typeface="Noto Serif CJK SC"/>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不同区域的危机机制</a:t>
            </a:r>
            <a:endParaRPr sz="2970" b="1">
              <a:solidFill>
                <a:srgbClr val="990B22"/>
              </a:solidFill>
              <a:latin typeface="Noto Serif CJK SC"/>
              <a:ea typeface="Noto Serif CJK SC"/>
              <a:cs typeface="Noto Serif CJK SC"/>
            </a:endParaRPr>
          </a:p>
        </p:txBody>
      </p:sp>
      <p:graphicFrame>
        <p:nvGraphicFramePr>
          <p:cNvPr id="7" name="表格 6"/>
          <p:cNvGraphicFramePr/>
          <p:nvPr/>
        </p:nvGraphicFramePr>
        <p:xfrm>
          <a:off x="1779727" y="1790700"/>
          <a:ext cx="9689592" cy="4286250"/>
        </p:xfrm>
        <a:graphic>
          <a:graphicData uri="http://schemas.openxmlformats.org/drawingml/2006/table">
            <a:tbl>
              <a:tblPr/>
              <a:tblGrid>
                <a:gridCol w="1860804"/>
                <a:gridCol w="3537204"/>
                <a:gridCol w="4291584"/>
              </a:tblGrid>
              <a:tr h="857250">
                <a:tc>
                  <a:txBody>
                    <a:bodyPr/>
                    <a:lstStyle/>
                    <a:p>
                      <a:pPr algn="ctr"/>
                      <a:r>
                        <a:rPr sz="1980" b="1">
                          <a:solidFill>
                            <a:srgbClr val="FFFFFF"/>
                          </a:solidFill>
                          <a:latin typeface="华文中宋" panose="02010600040101010101" charset="-122"/>
                          <a:ea typeface="华文中宋" panose="02010600040101010101" charset="-122"/>
                          <a:cs typeface="Noto Sans CJK SC"/>
                        </a:rPr>
                        <a:t>区域</a:t>
                      </a:r>
                      <a:endParaRPr sz="1980" b="1">
                        <a:solidFill>
                          <a:srgbClr val="FFFFFF"/>
                        </a:solidFill>
                        <a:latin typeface="华文中宋" panose="02010600040101010101" charset="-122"/>
                        <a:ea typeface="华文中宋" panose="02010600040101010101" charset="-122"/>
                        <a:cs typeface="Noto Sans CJK SC"/>
                      </a:endParaRPr>
                    </a:p>
                  </a:txBody>
                  <a:tcPr marL="133350" marR="133350" marT="133350" marB="133350" anchor="ctr">
                    <a:lnL w="15240">
                      <a:solidFill>
                        <a:srgbClr val="D8AAB3"/>
                      </a:solidFill>
                      <a:prstDash val="solid"/>
                    </a:lnL>
                    <a:lnR w="15240">
                      <a:solidFill>
                        <a:srgbClr val="D8AAB3"/>
                      </a:solidFill>
                      <a:prstDash val="solid"/>
                    </a:lnR>
                    <a:lnT w="15240">
                      <a:solidFill>
                        <a:srgbClr val="D8AAB3"/>
                      </a:solidFill>
                      <a:prstDash val="solid"/>
                    </a:lnT>
                    <a:lnB w="15240">
                      <a:solidFill>
                        <a:srgbClr val="D8AAB3"/>
                      </a:solidFill>
                      <a:prstDash val="solid"/>
                    </a:lnB>
                    <a:solidFill>
                      <a:srgbClr val="990B22"/>
                    </a:solidFill>
                  </a:tcPr>
                </a:tc>
                <a:tc>
                  <a:txBody>
                    <a:bodyPr/>
                    <a:lstStyle/>
                    <a:p>
                      <a:pPr algn="ctr"/>
                      <a:r>
                        <a:rPr sz="1980" b="1">
                          <a:solidFill>
                            <a:srgbClr val="FFFFFF"/>
                          </a:solidFill>
                          <a:latin typeface="华文中宋" panose="02010600040101010101" charset="-122"/>
                          <a:ea typeface="华文中宋" panose="02010600040101010101" charset="-122"/>
                          <a:cs typeface="Noto Sans CJK SC"/>
                        </a:rPr>
                        <a:t>主要压力</a:t>
                      </a:r>
                      <a:endParaRPr sz="1980" b="1">
                        <a:solidFill>
                          <a:srgbClr val="FFFFFF"/>
                        </a:solidFill>
                        <a:latin typeface="华文中宋" panose="02010600040101010101" charset="-122"/>
                        <a:ea typeface="华文中宋" panose="02010600040101010101" charset="-122"/>
                        <a:cs typeface="Noto Sans CJK SC"/>
                      </a:endParaRPr>
                    </a:p>
                  </a:txBody>
                  <a:tcPr marL="133350" marR="133350" marT="133350" marB="133350" anchor="ctr">
                    <a:lnR w="15240">
                      <a:solidFill>
                        <a:srgbClr val="D8AAB3"/>
                      </a:solidFill>
                      <a:prstDash val="solid"/>
                    </a:lnR>
                    <a:lnT w="15240">
                      <a:solidFill>
                        <a:srgbClr val="D8AAB3"/>
                      </a:solidFill>
                      <a:prstDash val="solid"/>
                    </a:lnT>
                    <a:lnB w="15240">
                      <a:solidFill>
                        <a:srgbClr val="D8AAB3"/>
                      </a:solidFill>
                      <a:prstDash val="solid"/>
                    </a:lnB>
                    <a:solidFill>
                      <a:srgbClr val="990B22"/>
                    </a:solidFill>
                  </a:tcPr>
                </a:tc>
                <a:tc>
                  <a:txBody>
                    <a:bodyPr/>
                    <a:lstStyle/>
                    <a:p>
                      <a:pPr algn="ctr"/>
                      <a:r>
                        <a:rPr sz="1980" b="1">
                          <a:solidFill>
                            <a:srgbClr val="FFFFFF"/>
                          </a:solidFill>
                          <a:latin typeface="华文中宋" panose="02010600040101010101" charset="-122"/>
                          <a:ea typeface="华文中宋" panose="02010600040101010101" charset="-122"/>
                          <a:cs typeface="Noto Sans CJK SC"/>
                        </a:rPr>
                        <a:t>比较重点</a:t>
                      </a:r>
                      <a:endParaRPr sz="1980" b="1">
                        <a:solidFill>
                          <a:srgbClr val="FFFFFF"/>
                        </a:solidFill>
                        <a:latin typeface="华文中宋" panose="02010600040101010101" charset="-122"/>
                        <a:ea typeface="华文中宋" panose="02010600040101010101" charset="-122"/>
                        <a:cs typeface="Noto Sans CJK SC"/>
                      </a:endParaRPr>
                    </a:p>
                  </a:txBody>
                  <a:tcPr marL="133350" marR="133350" marT="133350" marB="133350" anchor="ctr">
                    <a:lnR w="15240">
                      <a:solidFill>
                        <a:srgbClr val="D8AAB3"/>
                      </a:solidFill>
                      <a:prstDash val="solid"/>
                    </a:lnR>
                    <a:lnT w="15240">
                      <a:solidFill>
                        <a:srgbClr val="D8AAB3"/>
                      </a:solidFill>
                      <a:prstDash val="solid"/>
                    </a:lnT>
                    <a:lnB w="15240">
                      <a:solidFill>
                        <a:srgbClr val="D8AAB3"/>
                      </a:solidFill>
                      <a:prstDash val="solid"/>
                    </a:lnB>
                    <a:solidFill>
                      <a:srgbClr val="990B22"/>
                    </a:solidFill>
                  </a:tcPr>
                </a:tc>
              </a:tr>
              <a:tr h="857250">
                <a:tc>
                  <a:txBody>
                    <a:bodyPr/>
                    <a:lstStyle/>
                    <a:p>
                      <a:pPr algn="ctr"/>
                      <a:r>
                        <a:rPr sz="1780" b="1">
                          <a:solidFill>
                            <a:srgbClr val="990B22"/>
                          </a:solidFill>
                          <a:latin typeface="华文中宋" panose="02010600040101010101" charset="-122"/>
                          <a:ea typeface="华文中宋" panose="02010600040101010101" charset="-122"/>
                          <a:cs typeface="Noto Sans CJK SC"/>
                        </a:rPr>
                        <a:t>东北</a:t>
                      </a:r>
                      <a:endParaRPr sz="1780" b="1">
                        <a:solidFill>
                          <a:srgbClr val="990B22"/>
                        </a:solidFill>
                        <a:latin typeface="华文中宋" panose="02010600040101010101" charset="-122"/>
                        <a:ea typeface="华文中宋" panose="02010600040101010101" charset="-122"/>
                        <a:cs typeface="Noto Sans CJK SC"/>
                      </a:endParaRPr>
                    </a:p>
                  </a:txBody>
                  <a:tcPr marL="133350" marR="133350" marT="133350" marB="133350" anchor="ctr">
                    <a:lnL w="15240">
                      <a:solidFill>
                        <a:srgbClr val="D8AAB3"/>
                      </a:solidFill>
                      <a:prstDash val="solid"/>
                    </a:lnL>
                    <a:lnR w="15240">
                      <a:solidFill>
                        <a:srgbClr val="D8AAB3"/>
                      </a:solidFill>
                      <a:prstDash val="solid"/>
                    </a:lnR>
                    <a:lnB w="15240">
                      <a:solidFill>
                        <a:srgbClr val="D8AAB3"/>
                      </a:solidFill>
                      <a:prstDash val="solid"/>
                    </a:lnB>
                    <a:solidFill>
                      <a:srgbClr val="F8EEF0"/>
                    </a:solidFill>
                  </a:tcPr>
                </a:tc>
                <a:tc>
                  <a:txBody>
                    <a:bodyPr/>
                    <a:lstStyle/>
                    <a:p>
                      <a:pPr algn="ctr"/>
                      <a:r>
                        <a:rPr sz="1780" b="0">
                          <a:solidFill>
                            <a:srgbClr val="333333"/>
                          </a:solidFill>
                          <a:latin typeface="华文中宋" panose="02010600040101010101" charset="-122"/>
                          <a:ea typeface="华文中宋" panose="02010600040101010101" charset="-122"/>
                          <a:cs typeface="Noto Sans CJK SC"/>
                        </a:rPr>
                        <a:t>殖民扩张与伪政权控制</a:t>
                      </a:r>
                      <a:endParaRPr sz="1780" b="0">
                        <a:solidFill>
                          <a:srgbClr val="333333"/>
                        </a:solidFill>
                        <a:latin typeface="华文中宋" panose="02010600040101010101" charset="-122"/>
                        <a:ea typeface="华文中宋" panose="02010600040101010101" charset="-122"/>
                        <a:cs typeface="Noto Sans CJK SC"/>
                      </a:endParaRPr>
                    </a:p>
                  </a:txBody>
                  <a:tcPr marL="133350" marR="133350" marT="133350" marB="133350" anchor="ctr">
                    <a:lnR w="15240">
                      <a:solidFill>
                        <a:srgbClr val="D8AAB3"/>
                      </a:solidFill>
                      <a:prstDash val="solid"/>
                    </a:lnR>
                    <a:lnB w="15240">
                      <a:solidFill>
                        <a:srgbClr val="D8AAB3"/>
                      </a:solidFill>
                      <a:prstDash val="solid"/>
                    </a:lnB>
                    <a:solidFill>
                      <a:srgbClr val="FFFFFF"/>
                    </a:solidFill>
                  </a:tcPr>
                </a:tc>
                <a:tc>
                  <a:txBody>
                    <a:bodyPr/>
                    <a:lstStyle/>
                    <a:p>
                      <a:pPr algn="ctr"/>
                      <a:r>
                        <a:rPr sz="1780" b="0">
                          <a:solidFill>
                            <a:srgbClr val="333333"/>
                          </a:solidFill>
                          <a:latin typeface="华文中宋" panose="02010600040101010101" charset="-122"/>
                          <a:ea typeface="华文中宋" panose="02010600040101010101" charset="-122"/>
                          <a:cs typeface="Noto Sans CJK SC"/>
                        </a:rPr>
                        <a:t>资源、行政与文化控制的结合</a:t>
                      </a:r>
                      <a:endParaRPr sz="1780" b="0">
                        <a:solidFill>
                          <a:srgbClr val="333333"/>
                        </a:solidFill>
                        <a:latin typeface="华文中宋" panose="02010600040101010101" charset="-122"/>
                        <a:ea typeface="华文中宋" panose="02010600040101010101" charset="-122"/>
                        <a:cs typeface="Noto Sans CJK SC"/>
                      </a:endParaRPr>
                    </a:p>
                  </a:txBody>
                  <a:tcPr marL="133350" marR="133350" marT="133350" marB="133350" anchor="ctr">
                    <a:lnR w="15240">
                      <a:solidFill>
                        <a:srgbClr val="D8AAB3"/>
                      </a:solidFill>
                      <a:prstDash val="solid"/>
                    </a:lnR>
                    <a:lnB w="15240">
                      <a:solidFill>
                        <a:srgbClr val="D8AAB3"/>
                      </a:solidFill>
                      <a:prstDash val="solid"/>
                    </a:lnB>
                    <a:solidFill>
                      <a:srgbClr val="FFFFFF"/>
                    </a:solidFill>
                  </a:tcPr>
                </a:tc>
              </a:tr>
              <a:tr h="857250">
                <a:tc>
                  <a:txBody>
                    <a:bodyPr/>
                    <a:lstStyle/>
                    <a:p>
                      <a:pPr algn="ctr"/>
                      <a:r>
                        <a:rPr sz="1780" b="1">
                          <a:solidFill>
                            <a:srgbClr val="990B22"/>
                          </a:solidFill>
                          <a:latin typeface="华文中宋" panose="02010600040101010101" charset="-122"/>
                          <a:ea typeface="华文中宋" panose="02010600040101010101" charset="-122"/>
                          <a:cs typeface="Noto Sans CJK SC"/>
                        </a:rPr>
                        <a:t>内蒙古</a:t>
                      </a:r>
                      <a:endParaRPr sz="1780" b="1">
                        <a:solidFill>
                          <a:srgbClr val="990B22"/>
                        </a:solidFill>
                        <a:latin typeface="华文中宋" panose="02010600040101010101" charset="-122"/>
                        <a:ea typeface="华文中宋" panose="02010600040101010101" charset="-122"/>
                        <a:cs typeface="Noto Sans CJK SC"/>
                      </a:endParaRPr>
                    </a:p>
                  </a:txBody>
                  <a:tcPr marL="133350" marR="133350" marT="133350" marB="133350" anchor="ctr">
                    <a:lnL w="15240">
                      <a:solidFill>
                        <a:srgbClr val="D8AAB3"/>
                      </a:solidFill>
                      <a:prstDash val="solid"/>
                    </a:lnL>
                    <a:lnR w="15240">
                      <a:solidFill>
                        <a:srgbClr val="D8AAB3"/>
                      </a:solidFill>
                      <a:prstDash val="solid"/>
                    </a:lnR>
                    <a:lnB w="15240">
                      <a:solidFill>
                        <a:srgbClr val="D8AAB3"/>
                      </a:solidFill>
                      <a:prstDash val="solid"/>
                    </a:lnB>
                    <a:solidFill>
                      <a:srgbClr val="F8EEF0"/>
                    </a:solidFill>
                  </a:tcPr>
                </a:tc>
                <a:tc>
                  <a:txBody>
                    <a:bodyPr/>
                    <a:lstStyle/>
                    <a:p>
                      <a:pPr algn="ctr"/>
                      <a:r>
                        <a:rPr sz="1780" b="0">
                          <a:solidFill>
                            <a:srgbClr val="333333"/>
                          </a:solidFill>
                          <a:latin typeface="华文中宋" panose="02010600040101010101" charset="-122"/>
                          <a:ea typeface="华文中宋" panose="02010600040101010101" charset="-122"/>
                          <a:cs typeface="Noto Sans CJK SC"/>
                        </a:rPr>
                        <a:t>侵略势力操纵地方政治</a:t>
                      </a:r>
                      <a:endParaRPr sz="1780" b="0">
                        <a:solidFill>
                          <a:srgbClr val="333333"/>
                        </a:solidFill>
                        <a:latin typeface="华文中宋" panose="02010600040101010101" charset="-122"/>
                        <a:ea typeface="华文中宋" panose="02010600040101010101" charset="-122"/>
                        <a:cs typeface="Noto Sans CJK SC"/>
                      </a:endParaRPr>
                    </a:p>
                  </a:txBody>
                  <a:tcPr marL="133350" marR="133350" marT="133350" marB="133350" anchor="ctr">
                    <a:lnR w="15240">
                      <a:solidFill>
                        <a:srgbClr val="D8AAB3"/>
                      </a:solidFill>
                      <a:prstDash val="solid"/>
                    </a:lnR>
                    <a:lnB w="15240">
                      <a:solidFill>
                        <a:srgbClr val="D8AAB3"/>
                      </a:solidFill>
                      <a:prstDash val="solid"/>
                    </a:lnB>
                    <a:solidFill>
                      <a:srgbClr val="F8EEF0"/>
                    </a:solidFill>
                  </a:tcPr>
                </a:tc>
                <a:tc>
                  <a:txBody>
                    <a:bodyPr/>
                    <a:lstStyle/>
                    <a:p>
                      <a:pPr algn="ctr"/>
                      <a:r>
                        <a:rPr sz="1780" b="0">
                          <a:solidFill>
                            <a:srgbClr val="333333"/>
                          </a:solidFill>
                          <a:latin typeface="华文中宋" panose="02010600040101010101" charset="-122"/>
                          <a:ea typeface="华文中宋" panose="02010600040101010101" charset="-122"/>
                          <a:cs typeface="Noto Sans CJK SC"/>
                        </a:rPr>
                        <a:t>地方诉求与外部利用的区分</a:t>
                      </a:r>
                      <a:endParaRPr sz="1780" b="0">
                        <a:solidFill>
                          <a:srgbClr val="333333"/>
                        </a:solidFill>
                        <a:latin typeface="华文中宋" panose="02010600040101010101" charset="-122"/>
                        <a:ea typeface="华文中宋" panose="02010600040101010101" charset="-122"/>
                        <a:cs typeface="Noto Sans CJK SC"/>
                      </a:endParaRPr>
                    </a:p>
                  </a:txBody>
                  <a:tcPr marL="133350" marR="133350" marT="133350" marB="133350" anchor="ctr">
                    <a:lnR w="15240">
                      <a:solidFill>
                        <a:srgbClr val="D8AAB3"/>
                      </a:solidFill>
                      <a:prstDash val="solid"/>
                    </a:lnR>
                    <a:lnB w="15240">
                      <a:solidFill>
                        <a:srgbClr val="D8AAB3"/>
                      </a:solidFill>
                      <a:prstDash val="solid"/>
                    </a:lnB>
                    <a:solidFill>
                      <a:srgbClr val="F8EEF0"/>
                    </a:solidFill>
                  </a:tcPr>
                </a:tc>
              </a:tr>
              <a:tr h="857250">
                <a:tc>
                  <a:txBody>
                    <a:bodyPr/>
                    <a:lstStyle/>
                    <a:p>
                      <a:pPr algn="ctr"/>
                      <a:r>
                        <a:rPr sz="1780" b="1">
                          <a:solidFill>
                            <a:srgbClr val="990B22"/>
                          </a:solidFill>
                          <a:latin typeface="华文中宋" panose="02010600040101010101" charset="-122"/>
                          <a:ea typeface="华文中宋" panose="02010600040101010101" charset="-122"/>
                          <a:cs typeface="Noto Sans CJK SC"/>
                        </a:rPr>
                        <a:t>新疆</a:t>
                      </a:r>
                      <a:endParaRPr sz="1780" b="1">
                        <a:solidFill>
                          <a:srgbClr val="990B22"/>
                        </a:solidFill>
                        <a:latin typeface="华文中宋" panose="02010600040101010101" charset="-122"/>
                        <a:ea typeface="华文中宋" panose="02010600040101010101" charset="-122"/>
                        <a:cs typeface="Noto Sans CJK SC"/>
                      </a:endParaRPr>
                    </a:p>
                  </a:txBody>
                  <a:tcPr marL="133350" marR="133350" marT="133350" marB="133350" anchor="ctr">
                    <a:lnL w="15240">
                      <a:solidFill>
                        <a:srgbClr val="D8AAB3"/>
                      </a:solidFill>
                      <a:prstDash val="solid"/>
                    </a:lnL>
                    <a:lnR w="15240">
                      <a:solidFill>
                        <a:srgbClr val="D8AAB3"/>
                      </a:solidFill>
                      <a:prstDash val="solid"/>
                    </a:lnR>
                    <a:lnB w="15240">
                      <a:solidFill>
                        <a:srgbClr val="D8AAB3"/>
                      </a:solidFill>
                      <a:prstDash val="solid"/>
                    </a:lnB>
                    <a:solidFill>
                      <a:srgbClr val="F8EEF0"/>
                    </a:solidFill>
                  </a:tcPr>
                </a:tc>
                <a:tc>
                  <a:txBody>
                    <a:bodyPr/>
                    <a:lstStyle/>
                    <a:p>
                      <a:pPr algn="ctr"/>
                      <a:r>
                        <a:rPr sz="1780" b="0">
                          <a:solidFill>
                            <a:srgbClr val="333333"/>
                          </a:solidFill>
                          <a:latin typeface="华文中宋" panose="02010600040101010101" charset="-122"/>
                          <a:ea typeface="华文中宋" panose="02010600040101010101" charset="-122"/>
                          <a:cs typeface="Noto Sans CJK SC"/>
                        </a:rPr>
                        <a:t>地方统治与内外矛盾交织</a:t>
                      </a:r>
                      <a:endParaRPr sz="1780" b="0">
                        <a:solidFill>
                          <a:srgbClr val="333333"/>
                        </a:solidFill>
                        <a:latin typeface="华文中宋" panose="02010600040101010101" charset="-122"/>
                        <a:ea typeface="华文中宋" panose="02010600040101010101" charset="-122"/>
                        <a:cs typeface="Noto Sans CJK SC"/>
                      </a:endParaRPr>
                    </a:p>
                  </a:txBody>
                  <a:tcPr marL="133350" marR="133350" marT="133350" marB="133350" anchor="ctr">
                    <a:lnR w="15240">
                      <a:solidFill>
                        <a:srgbClr val="D8AAB3"/>
                      </a:solidFill>
                      <a:prstDash val="solid"/>
                    </a:lnR>
                    <a:lnB w="15240">
                      <a:solidFill>
                        <a:srgbClr val="D8AAB3"/>
                      </a:solidFill>
                      <a:prstDash val="solid"/>
                    </a:lnB>
                    <a:solidFill>
                      <a:srgbClr val="FFFFFF"/>
                    </a:solidFill>
                  </a:tcPr>
                </a:tc>
                <a:tc>
                  <a:txBody>
                    <a:bodyPr/>
                    <a:lstStyle/>
                    <a:p>
                      <a:pPr algn="ctr"/>
                      <a:r>
                        <a:rPr sz="1780" b="0">
                          <a:solidFill>
                            <a:srgbClr val="333333"/>
                          </a:solidFill>
                          <a:latin typeface="华文中宋" panose="02010600040101010101" charset="-122"/>
                          <a:ea typeface="华文中宋" panose="02010600040101010101" charset="-122"/>
                          <a:cs typeface="Noto Sans CJK SC"/>
                        </a:rPr>
                        <a:t>政策变化如何影响社会关系</a:t>
                      </a:r>
                      <a:endParaRPr sz="1780" b="0">
                        <a:solidFill>
                          <a:srgbClr val="333333"/>
                        </a:solidFill>
                        <a:latin typeface="华文中宋" panose="02010600040101010101" charset="-122"/>
                        <a:ea typeface="华文中宋" panose="02010600040101010101" charset="-122"/>
                        <a:cs typeface="Noto Sans CJK SC"/>
                      </a:endParaRPr>
                    </a:p>
                  </a:txBody>
                  <a:tcPr marL="133350" marR="133350" marT="133350" marB="133350" anchor="ctr">
                    <a:lnR w="15240">
                      <a:solidFill>
                        <a:srgbClr val="D8AAB3"/>
                      </a:solidFill>
                      <a:prstDash val="solid"/>
                    </a:lnR>
                    <a:lnB w="15240">
                      <a:solidFill>
                        <a:srgbClr val="D8AAB3"/>
                      </a:solidFill>
                      <a:prstDash val="solid"/>
                    </a:lnB>
                    <a:solidFill>
                      <a:srgbClr val="FFFFFF"/>
                    </a:solidFill>
                  </a:tcPr>
                </a:tc>
              </a:tr>
              <a:tr h="857250">
                <a:tc>
                  <a:txBody>
                    <a:bodyPr/>
                    <a:lstStyle/>
                    <a:p>
                      <a:pPr algn="ctr"/>
                      <a:r>
                        <a:rPr sz="1780" b="1">
                          <a:solidFill>
                            <a:srgbClr val="990B22"/>
                          </a:solidFill>
                          <a:latin typeface="华文中宋" panose="02010600040101010101" charset="-122"/>
                          <a:ea typeface="华文中宋" panose="02010600040101010101" charset="-122"/>
                          <a:cs typeface="Noto Sans CJK SC"/>
                        </a:rPr>
                        <a:t>西藏、西康</a:t>
                      </a:r>
                      <a:endParaRPr sz="1780" b="1">
                        <a:solidFill>
                          <a:srgbClr val="990B22"/>
                        </a:solidFill>
                        <a:latin typeface="华文中宋" panose="02010600040101010101" charset="-122"/>
                        <a:ea typeface="华文中宋" panose="02010600040101010101" charset="-122"/>
                        <a:cs typeface="Noto Sans CJK SC"/>
                      </a:endParaRPr>
                    </a:p>
                    <a:p>
                      <a:pPr algn="ctr"/>
                      <a:r>
                        <a:rPr sz="1780" b="1">
                          <a:solidFill>
                            <a:srgbClr val="990B22"/>
                          </a:solidFill>
                          <a:latin typeface="华文中宋" panose="02010600040101010101" charset="-122"/>
                          <a:ea typeface="华文中宋" panose="02010600040101010101" charset="-122"/>
                          <a:cs typeface="Noto Sans CJK SC"/>
                        </a:rPr>
                        <a:t>及云南边境</a:t>
                      </a:r>
                      <a:endParaRPr sz="1780" b="1">
                        <a:solidFill>
                          <a:srgbClr val="990B22"/>
                        </a:solidFill>
                        <a:latin typeface="华文中宋" panose="02010600040101010101" charset="-122"/>
                        <a:ea typeface="华文中宋" panose="02010600040101010101" charset="-122"/>
                        <a:cs typeface="Noto Sans CJK SC"/>
                      </a:endParaRPr>
                    </a:p>
                  </a:txBody>
                  <a:tcPr marL="133350" marR="133350" marT="133350" marB="133350" anchor="ctr">
                    <a:lnL w="15240">
                      <a:solidFill>
                        <a:srgbClr val="D8AAB3"/>
                      </a:solidFill>
                      <a:prstDash val="solid"/>
                    </a:lnL>
                    <a:lnR w="15240">
                      <a:solidFill>
                        <a:srgbClr val="D8AAB3"/>
                      </a:solidFill>
                      <a:prstDash val="solid"/>
                    </a:lnR>
                    <a:lnB w="15240">
                      <a:solidFill>
                        <a:srgbClr val="D8AAB3"/>
                      </a:solidFill>
                      <a:prstDash val="solid"/>
                    </a:lnB>
                    <a:solidFill>
                      <a:srgbClr val="F8EEF0"/>
                    </a:solidFill>
                  </a:tcPr>
                </a:tc>
                <a:tc>
                  <a:txBody>
                    <a:bodyPr/>
                    <a:lstStyle/>
                    <a:p>
                      <a:pPr algn="ctr"/>
                      <a:r>
                        <a:rPr sz="1780" b="0">
                          <a:solidFill>
                            <a:srgbClr val="333333"/>
                          </a:solidFill>
                          <a:latin typeface="华文中宋" panose="02010600040101010101" charset="-122"/>
                          <a:ea typeface="华文中宋" panose="02010600040101010101" charset="-122"/>
                          <a:cs typeface="Noto Sans CJK SC"/>
                        </a:rPr>
                        <a:t>外部干预与边界压力</a:t>
                      </a:r>
                      <a:endParaRPr sz="1780" b="0">
                        <a:solidFill>
                          <a:srgbClr val="333333"/>
                        </a:solidFill>
                        <a:latin typeface="华文中宋" panose="02010600040101010101" charset="-122"/>
                        <a:ea typeface="华文中宋" panose="02010600040101010101" charset="-122"/>
                        <a:cs typeface="Noto Sans CJK SC"/>
                      </a:endParaRPr>
                    </a:p>
                  </a:txBody>
                  <a:tcPr marL="133350" marR="133350" marT="133350" marB="133350" anchor="ctr">
                    <a:lnR w="15240">
                      <a:solidFill>
                        <a:srgbClr val="D8AAB3"/>
                      </a:solidFill>
                      <a:prstDash val="solid"/>
                    </a:lnR>
                    <a:lnB w="15240">
                      <a:solidFill>
                        <a:srgbClr val="D8AAB3"/>
                      </a:solidFill>
                      <a:prstDash val="solid"/>
                    </a:lnB>
                    <a:solidFill>
                      <a:srgbClr val="F8EEF0"/>
                    </a:solidFill>
                  </a:tcPr>
                </a:tc>
                <a:tc>
                  <a:txBody>
                    <a:bodyPr/>
                    <a:lstStyle/>
                    <a:p>
                      <a:pPr algn="ctr"/>
                      <a:r>
                        <a:rPr sz="1780" b="0">
                          <a:solidFill>
                            <a:srgbClr val="333333"/>
                          </a:solidFill>
                          <a:latin typeface="华文中宋" panose="02010600040101010101" charset="-122"/>
                          <a:ea typeface="华文中宋" panose="02010600040101010101" charset="-122"/>
                          <a:cs typeface="Noto Sans CJK SC"/>
                        </a:rPr>
                        <a:t>行政回应及地方民众行动</a:t>
                      </a:r>
                      <a:endParaRPr sz="1780" b="0">
                        <a:solidFill>
                          <a:srgbClr val="333333"/>
                        </a:solidFill>
                        <a:latin typeface="华文中宋" panose="02010600040101010101" charset="-122"/>
                        <a:ea typeface="华文中宋" panose="02010600040101010101" charset="-122"/>
                        <a:cs typeface="Noto Sans CJK SC"/>
                      </a:endParaRPr>
                    </a:p>
                  </a:txBody>
                  <a:tcPr marL="133350" marR="133350" marT="133350" marB="133350" anchor="ctr">
                    <a:lnR w="15240">
                      <a:solidFill>
                        <a:srgbClr val="D8AAB3"/>
                      </a:solidFill>
                      <a:prstDash val="solid"/>
                    </a:lnR>
                    <a:lnB w="15240">
                      <a:solidFill>
                        <a:srgbClr val="D8AAB3"/>
                      </a:solidFill>
                      <a:prstDash val="solid"/>
                    </a:lnB>
                    <a:solidFill>
                      <a:srgbClr val="F8EEF0"/>
                    </a:solidFill>
                  </a:tcPr>
                </a:tc>
              </a:tr>
            </a:tbl>
          </a:graphicData>
        </a:graphic>
      </p:graphicFrame>
      <p:sp>
        <p:nvSpPr>
          <p:cNvPr id="8" name="Rectangle 7"/>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9" name="TextBox 8"/>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10" name="TextBox 9"/>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
        <p:nvSpPr>
          <p:cNvPr id="11" name="Rectangle 10"/>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2" name="TextBox 11"/>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13" name="Rectangle 12"/>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4" name="Rectangle 13"/>
          <p:cNvSpPr/>
          <p:nvPr/>
        </p:nvSpPr>
        <p:spPr>
          <a:xfrm>
            <a:off x="0" y="338327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6" name="Rectangle 15"/>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7" name="Rectangle 16"/>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8" name="TextBox 17"/>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endParaRPr>
              <a:latin typeface="Noto Serif CJK SC"/>
              <a:ea typeface="Noto Serif CJK SC"/>
            </a:endParaRPr>
          </a:p>
        </p:txBody>
      </p:sp>
      <p:sp>
        <p:nvSpPr>
          <p:cNvPr id="19" name="Rectangle 18"/>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0" name="Rectangle 19"/>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1" name="TextBox 20"/>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民族政策</a:t>
            </a:r>
            <a:endParaRPr>
              <a:latin typeface="Noto Serif CJK SC"/>
              <a:ea typeface="Noto Serif CJK SC"/>
            </a:endParaRPr>
          </a:p>
        </p:txBody>
      </p:sp>
      <p:sp>
        <p:nvSpPr>
          <p:cNvPr id="22" name="Rectangle 21"/>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3" name="Rectangle 22"/>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5" name="Rectangle 24"/>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TextBox 25"/>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27" name="Rectangle 26"/>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Rectangle 27"/>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TextBox 28"/>
          <p:cNvSpPr txBox="1"/>
          <p:nvPr/>
        </p:nvSpPr>
        <p:spPr>
          <a:xfrm>
            <a:off x="11393424" y="6473952"/>
            <a:ext cx="411480" cy="210312"/>
          </a:xfrm>
          <a:prstGeom prst="rect">
            <a:avLst/>
          </a:prstGeom>
          <a:noFill/>
        </p:spPr>
        <p:txBody>
          <a:bodyPr wrap="square" lIns="18288" tIns="0" rIns="18288" bIns="0">
            <a:spAutoFit/>
          </a:bodyPr>
          <a:lstStyle/>
          <a:p>
            <a:pPr algn="ctr">
              <a:defRPr sz="1100" b="0">
                <a:solidFill>
                  <a:srgbClr val="888888"/>
                </a:solidFill>
                <a:latin typeface="Noto Serif CJK SC"/>
              </a:defRPr>
            </a:pPr>
            <a:r>
              <a:rPr sz="1100" b="0">
                <a:solidFill>
                  <a:srgbClr val="888888"/>
                </a:solidFill>
                <a:latin typeface="Noto Serif CJK SC"/>
                <a:ea typeface="Noto Serif CJK SC"/>
                <a:cs typeface="Noto Serif CJK SC"/>
              </a:rPr>
              <a:t>14</a:t>
            </a:r>
            <a:endParaRPr>
              <a:latin typeface="Noto Serif CJK SC"/>
              <a:ea typeface="Noto Serif CJK SC"/>
            </a:endParaRPr>
          </a:p>
        </p:txBody>
      </p:sp>
      <p:sp>
        <p:nvSpPr>
          <p:cNvPr id="30"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altLang="en-US" sz="1500" b="1">
                <a:solidFill>
                  <a:srgbClr val="990B22"/>
                </a:solidFill>
                <a:latin typeface="Noto Serif CJK SC"/>
                <a:ea typeface="Noto Serif CJK SC"/>
                <a:cs typeface="Noto Serif CJK SC"/>
              </a:rPr>
              <a:t>边疆形势</a:t>
            </a:r>
            <a:endParaRPr lang="zh-CN" altLang="en-US">
              <a:latin typeface="Noto Serif CJK SC"/>
              <a:ea typeface="Noto Serif CJK SC"/>
            </a:endParaRPr>
          </a:p>
        </p:txBody>
      </p:sp>
      <p:sp>
        <p:nvSpPr>
          <p:cNvPr id="39"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a:t>
            </a:r>
            <a:r>
              <a:rPr lang="zh-CN" sz="1500" b="0">
                <a:solidFill>
                  <a:srgbClr val="FFFFFF"/>
                </a:solidFill>
                <a:latin typeface="Noto Serif CJK SC"/>
                <a:ea typeface="Noto Serif CJK SC"/>
                <a:cs typeface="Noto Serif CJK SC"/>
              </a:rPr>
              <a:t>总结</a:t>
            </a:r>
            <a:endParaRPr lang="zh-CN">
              <a:latin typeface="Noto Serif CJK SC"/>
              <a:ea typeface="Noto Serif CJK SC"/>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12" name="图片 11"/>
          <p:cNvPicPr>
            <a:picLocks noChangeAspect="1"/>
          </p:cNvPicPr>
          <p:nvPr/>
        </p:nvPicPr>
        <p:blipFill>
          <a:blip r:embed="rId1"/>
          <a:stretch>
            <a:fillRect/>
          </a:stretch>
        </p:blipFill>
        <p:spPr>
          <a:xfrm>
            <a:off x="6812280" y="1965960"/>
            <a:ext cx="4663440" cy="3092815"/>
          </a:xfrm>
          <a:prstGeom prst="rect">
            <a:avLst/>
          </a:prstGeom>
        </p:spPr>
      </p:pic>
      <p:sp>
        <p:nvSpPr>
          <p:cNvPr id="13" name="Rectangle 12"/>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16" name="TextBox 15"/>
          <p:cNvSpPr txBox="1"/>
          <p:nvPr/>
        </p:nvSpPr>
        <p:spPr>
          <a:xfrm>
            <a:off x="1920240" y="1371600"/>
            <a:ext cx="1828800" cy="868680"/>
          </a:xfrm>
          <a:prstGeom prst="rect">
            <a:avLst/>
          </a:prstGeom>
          <a:noFill/>
        </p:spPr>
        <p:txBody>
          <a:bodyPr wrap="square" lIns="18288" tIns="0" rIns="18288" bIns="0">
            <a:spAutoFit/>
          </a:bodyPr>
          <a:lstStyle/>
          <a:p>
            <a:pPr algn="l">
              <a:defRPr sz="6000" b="1">
                <a:solidFill>
                  <a:srgbClr val="990B22"/>
                </a:solidFill>
                <a:latin typeface="Noto Serif CJK SC"/>
              </a:defRPr>
            </a:pPr>
            <a:r>
              <a:rPr sz="6000" b="1">
                <a:solidFill>
                  <a:srgbClr val="990B22"/>
                </a:solidFill>
                <a:latin typeface="Noto Serif CJK SC"/>
                <a:ea typeface="Noto Serif CJK SC"/>
                <a:cs typeface="Noto Serif CJK SC"/>
              </a:rPr>
              <a:t>02</a:t>
            </a:r>
            <a:endParaRPr>
              <a:latin typeface="Noto Serif CJK SC"/>
              <a:ea typeface="Noto Serif CJK SC"/>
              <a:cs typeface="Noto Serif CJK SC"/>
            </a:endParaRPr>
          </a:p>
        </p:txBody>
      </p:sp>
      <p:sp>
        <p:nvSpPr>
          <p:cNvPr id="17" name="Rectangle 16"/>
          <p:cNvSpPr/>
          <p:nvPr/>
        </p:nvSpPr>
        <p:spPr>
          <a:xfrm>
            <a:off x="1938528" y="2423160"/>
            <a:ext cx="4297680" cy="2286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18" name="TextBox 17"/>
          <p:cNvSpPr txBox="1"/>
          <p:nvPr/>
        </p:nvSpPr>
        <p:spPr>
          <a:xfrm>
            <a:off x="1920240" y="2770632"/>
            <a:ext cx="4663440" cy="1005840"/>
          </a:xfrm>
          <a:prstGeom prst="rect">
            <a:avLst/>
          </a:prstGeom>
          <a:noFill/>
        </p:spPr>
        <p:txBody>
          <a:bodyPr wrap="square" lIns="18288" tIns="0" rIns="18288" bIns="0">
            <a:spAutoFit/>
          </a:bodyPr>
          <a:lstStyle/>
          <a:p>
            <a:pPr algn="l">
              <a:defRPr sz="3400" b="1">
                <a:solidFill>
                  <a:srgbClr val="990B22"/>
                </a:solidFill>
                <a:latin typeface="Noto Serif CJK SC"/>
              </a:defRPr>
            </a:pPr>
            <a:r>
              <a:rPr sz="3400" b="1">
                <a:solidFill>
                  <a:srgbClr val="990B22"/>
                </a:solidFill>
                <a:latin typeface="Noto Serif CJK SC"/>
                <a:ea typeface="Noto Serif CJK SC"/>
                <a:cs typeface="Noto Serif CJK SC"/>
              </a:rPr>
              <a:t>边政研究</a:t>
            </a:r>
            <a:endParaRPr>
              <a:latin typeface="Noto Serif CJK SC"/>
              <a:ea typeface="Noto Serif CJK SC"/>
            </a:endParaRPr>
          </a:p>
        </p:txBody>
      </p:sp>
      <p:sp>
        <p:nvSpPr>
          <p:cNvPr id="19" name="TextBox 18"/>
          <p:cNvSpPr txBox="1"/>
          <p:nvPr/>
        </p:nvSpPr>
        <p:spPr>
          <a:xfrm>
            <a:off x="1920240" y="4251960"/>
            <a:ext cx="4480560" cy="1234440"/>
          </a:xfrm>
          <a:prstGeom prst="rect">
            <a:avLst/>
          </a:prstGeom>
          <a:noFill/>
        </p:spPr>
        <p:txBody>
          <a:bodyPr wrap="square" lIns="18288" tIns="0" rIns="18288" bIns="0">
            <a:spAutoFit/>
          </a:bodyPr>
          <a:lstStyle/>
          <a:p>
            <a:pPr algn="l">
              <a:defRPr sz="2300" b="0">
                <a:solidFill>
                  <a:srgbClr val="555555"/>
                </a:solidFill>
                <a:latin typeface="Noto Serif CJK SC"/>
              </a:defRPr>
            </a:pPr>
            <a:r>
              <a:rPr sz="2300" b="0">
                <a:solidFill>
                  <a:srgbClr val="555555"/>
                </a:solidFill>
                <a:latin typeface="Noto Serif CJK SC"/>
                <a:ea typeface="Noto Serif CJK SC"/>
                <a:cs typeface="Noto Serif CJK SC"/>
              </a:rPr>
              <a:t>国家如何把边疆转化为治理对象？</a:t>
            </a:r>
            <a:endParaRPr>
              <a:latin typeface="Noto Serif CJK SC"/>
              <a:ea typeface="Noto Serif CJK SC"/>
            </a:endParaRPr>
          </a:p>
        </p:txBody>
      </p:sp>
      <p:sp>
        <p:nvSpPr>
          <p:cNvPr id="20" name="TextBox 19"/>
          <p:cNvSpPr txBox="1"/>
          <p:nvPr/>
        </p:nvSpPr>
        <p:spPr>
          <a:xfrm>
            <a:off x="1920240" y="6035040"/>
            <a:ext cx="4572000" cy="365760"/>
          </a:xfrm>
          <a:prstGeom prst="rect">
            <a:avLst/>
          </a:prstGeom>
          <a:noFill/>
        </p:spPr>
        <p:txBody>
          <a:bodyPr wrap="square" lIns="18288" tIns="0" rIns="18288" bIns="0">
            <a:spAutoFit/>
          </a:bodyPr>
          <a:lstStyle/>
          <a:p>
            <a:pPr algn="l">
              <a:defRPr sz="1500" b="0">
                <a:solidFill>
                  <a:srgbClr val="888888"/>
                </a:solidFill>
                <a:latin typeface="Noto Serif CJK SC"/>
              </a:defRPr>
            </a:pPr>
            <a:r>
              <a:rPr sz="1500" b="0">
                <a:solidFill>
                  <a:srgbClr val="888888"/>
                </a:solidFill>
                <a:latin typeface="Noto Serif CJK SC"/>
                <a:ea typeface="Noto Serif CJK SC"/>
                <a:cs typeface="Noto Serif CJK SC"/>
              </a:rPr>
              <a:t>中国民族关系史纲要</a:t>
            </a:r>
            <a:endParaRPr>
              <a:latin typeface="Noto Serif CJK SC"/>
              <a:ea typeface="Noto Serif CJK SC"/>
            </a:endParaRPr>
          </a:p>
        </p:txBody>
      </p:sp>
      <p:sp>
        <p:nvSpPr>
          <p:cNvPr id="21" name="TextBox 20"/>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15</a:t>
            </a:r>
            <a:endParaRPr>
              <a:latin typeface="Noto Serif CJK SC"/>
              <a:ea typeface="Noto Serif CJK SC"/>
              <a:cs typeface="Noto Serif CJK SC"/>
            </a:endParaRPr>
          </a:p>
        </p:txBody>
      </p:sp>
      <p:sp>
        <p:nvSpPr>
          <p:cNvPr id="2" name="TextBox 19"/>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3" name="TextBox 20"/>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蒙藏委员会与边政机构</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69545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8" name="frame-7"/>
          <p:cNvSpPr>
            <a:spLocks noGrp="1"/>
          </p:cNvSpPr>
          <p:nvPr/>
        </p:nvSpPr>
        <p:spPr>
          <a:xfrm>
            <a:off x="1779727" y="169545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9" name="frame-8"/>
          <p:cNvSpPr>
            <a:spLocks noGrp="1"/>
          </p:cNvSpPr>
          <p:nvPr/>
        </p:nvSpPr>
        <p:spPr>
          <a:xfrm>
            <a:off x="1863547" y="1695450"/>
            <a:ext cx="1500378"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10" name="text-9"/>
          <p:cNvSpPr>
            <a:spLocks noGrp="1"/>
          </p:cNvSpPr>
          <p:nvPr/>
        </p:nvSpPr>
        <p:spPr>
          <a:xfrm>
            <a:off x="1989277" y="176212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机构沿革</a:t>
            </a:r>
            <a:endParaRPr sz="2090" b="1">
              <a:solidFill>
                <a:srgbClr val="990B22"/>
              </a:solidFill>
              <a:latin typeface="Noto Serif CJK SC"/>
              <a:ea typeface="Noto Serif CJK SC"/>
              <a:cs typeface="Noto Serif CJK SC"/>
            </a:endParaRPr>
          </a:p>
        </p:txBody>
      </p:sp>
      <p:sp>
        <p:nvSpPr>
          <p:cNvPr id="11" name="frame-10"/>
          <p:cNvSpPr>
            <a:spLocks noGrp="1"/>
          </p:cNvSpPr>
          <p:nvPr/>
        </p:nvSpPr>
        <p:spPr>
          <a:xfrm>
            <a:off x="1989277" y="220980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12" name="text-11"/>
          <p:cNvSpPr>
            <a:spLocks noGrp="1"/>
          </p:cNvSpPr>
          <p:nvPr/>
        </p:nvSpPr>
        <p:spPr>
          <a:xfrm>
            <a:off x="1989277" y="230505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民国初年的蒙藏事务局、1914年的蒙藏院，以及南京国民政府时期的蒙藏委员会。机构更替体现了中央处理蒙藏事务方式的调整。</a:t>
            </a:r>
            <a:endParaRPr sz="1755" b="0">
              <a:solidFill>
                <a:srgbClr val="333333"/>
              </a:solidFill>
              <a:latin typeface="Noto Serif CJK SC"/>
              <a:ea typeface="Noto Serif CJK SC"/>
              <a:cs typeface="Noto Serif CJK SC"/>
            </a:endParaRPr>
          </a:p>
        </p:txBody>
      </p:sp>
      <p:sp>
        <p:nvSpPr>
          <p:cNvPr id="13" name="frame-12"/>
          <p:cNvSpPr>
            <a:spLocks noGrp="1"/>
          </p:cNvSpPr>
          <p:nvPr/>
        </p:nvSpPr>
        <p:spPr>
          <a:xfrm>
            <a:off x="1779727" y="320040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14" name="frame-13"/>
          <p:cNvSpPr>
            <a:spLocks noGrp="1"/>
          </p:cNvSpPr>
          <p:nvPr/>
        </p:nvSpPr>
        <p:spPr>
          <a:xfrm>
            <a:off x="1779727" y="320040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5" name="frame-14"/>
          <p:cNvSpPr>
            <a:spLocks noGrp="1"/>
          </p:cNvSpPr>
          <p:nvPr/>
        </p:nvSpPr>
        <p:spPr>
          <a:xfrm>
            <a:off x="1863547" y="3200400"/>
            <a:ext cx="2799588"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16" name="text-15"/>
          <p:cNvSpPr>
            <a:spLocks noGrp="1"/>
          </p:cNvSpPr>
          <p:nvPr/>
        </p:nvSpPr>
        <p:spPr>
          <a:xfrm>
            <a:off x="1989277" y="326707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内部机构与附属单位</a:t>
            </a:r>
            <a:endParaRPr sz="2090" b="1">
              <a:solidFill>
                <a:srgbClr val="990B22"/>
              </a:solidFill>
              <a:latin typeface="Noto Serif CJK SC"/>
              <a:ea typeface="Noto Serif CJK SC"/>
              <a:cs typeface="Noto Serif CJK SC"/>
            </a:endParaRPr>
          </a:p>
        </p:txBody>
      </p:sp>
      <p:sp>
        <p:nvSpPr>
          <p:cNvPr id="17" name="frame-16"/>
          <p:cNvSpPr>
            <a:spLocks noGrp="1"/>
          </p:cNvSpPr>
          <p:nvPr/>
        </p:nvSpPr>
        <p:spPr>
          <a:xfrm>
            <a:off x="1989277" y="371475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18" name="text-17"/>
          <p:cNvSpPr>
            <a:spLocks noGrp="1"/>
          </p:cNvSpPr>
          <p:nvPr/>
        </p:nvSpPr>
        <p:spPr>
          <a:xfrm>
            <a:off x="1989277" y="381000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蒙藏委员会设内务、蒙事、藏事等处，并设翻译、调查及政教制度研究机构；附属单位还包括月报社、通讯社、招待所和有关学校。</a:t>
            </a:r>
            <a:endParaRPr sz="1755" b="0">
              <a:solidFill>
                <a:srgbClr val="333333"/>
              </a:solidFill>
              <a:latin typeface="Noto Serif CJK SC"/>
              <a:ea typeface="Noto Serif CJK SC"/>
              <a:cs typeface="Noto Serif CJK SC"/>
            </a:endParaRPr>
          </a:p>
        </p:txBody>
      </p:sp>
      <p:sp>
        <p:nvSpPr>
          <p:cNvPr id="19" name="frame-18"/>
          <p:cNvSpPr>
            <a:spLocks noGrp="1"/>
          </p:cNvSpPr>
          <p:nvPr/>
        </p:nvSpPr>
        <p:spPr>
          <a:xfrm>
            <a:off x="1779727" y="470535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endParaRPr>
          </a:p>
        </p:txBody>
      </p:sp>
      <p:sp>
        <p:nvSpPr>
          <p:cNvPr id="20" name="frame-19"/>
          <p:cNvSpPr>
            <a:spLocks noGrp="1"/>
          </p:cNvSpPr>
          <p:nvPr/>
        </p:nvSpPr>
        <p:spPr>
          <a:xfrm>
            <a:off x="1779727" y="4705350"/>
            <a:ext cx="75438" cy="13430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21" name="frame-20"/>
          <p:cNvSpPr>
            <a:spLocks noGrp="1"/>
          </p:cNvSpPr>
          <p:nvPr/>
        </p:nvSpPr>
        <p:spPr>
          <a:xfrm>
            <a:off x="1863547" y="4705350"/>
            <a:ext cx="2279904" cy="495300"/>
          </a:xfrm>
          <a:prstGeom prst="rect">
            <a:avLst/>
          </a:prstGeom>
          <a:solidFill>
            <a:srgbClr val="F8EEF0"/>
          </a:solidFill>
          <a:ln w="0">
            <a:noFill/>
            <a:prstDash val="solid"/>
          </a:ln>
        </p:spPr>
        <p:txBody>
          <a:bodyPr lIns="80467" rIns="80467"/>
          <a:p>
            <a:endParaRPr>
              <a:latin typeface="Noto Serif CJK SC"/>
              <a:ea typeface="Noto Serif CJK SC"/>
            </a:endParaRPr>
          </a:p>
        </p:txBody>
      </p:sp>
      <p:sp>
        <p:nvSpPr>
          <p:cNvPr id="22" name="text-21"/>
          <p:cNvSpPr>
            <a:spLocks noGrp="1"/>
          </p:cNvSpPr>
          <p:nvPr/>
        </p:nvSpPr>
        <p:spPr>
          <a:xfrm>
            <a:off x="1989277" y="477202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职掌与部门分工</a:t>
            </a:r>
            <a:endParaRPr sz="2090" b="1">
              <a:solidFill>
                <a:srgbClr val="990B22"/>
              </a:solidFill>
              <a:latin typeface="Noto Serif CJK SC"/>
              <a:ea typeface="Noto Serif CJK SC"/>
              <a:cs typeface="Noto Serif CJK SC"/>
            </a:endParaRPr>
          </a:p>
        </p:txBody>
      </p:sp>
      <p:sp>
        <p:nvSpPr>
          <p:cNvPr id="23" name="frame-22"/>
          <p:cNvSpPr>
            <a:spLocks noGrp="1"/>
          </p:cNvSpPr>
          <p:nvPr/>
        </p:nvSpPr>
        <p:spPr>
          <a:xfrm>
            <a:off x="1989277" y="5219700"/>
            <a:ext cx="9220200" cy="11430"/>
          </a:xfrm>
          <a:prstGeom prst="rect">
            <a:avLst/>
          </a:prstGeom>
          <a:solidFill>
            <a:srgbClr val="E3C7CD"/>
          </a:solidFill>
          <a:ln w="0">
            <a:noFill/>
            <a:prstDash val="solid"/>
          </a:ln>
        </p:spPr>
        <p:txBody>
          <a:bodyPr lIns="80467" rIns="80467"/>
          <a:p>
            <a:endParaRPr>
              <a:latin typeface="Noto Serif CJK SC"/>
              <a:ea typeface="Noto Serif CJK SC"/>
            </a:endParaRPr>
          </a:p>
        </p:txBody>
      </p:sp>
      <p:sp>
        <p:nvSpPr>
          <p:cNvPr id="24" name="text-23"/>
          <p:cNvSpPr>
            <a:spLocks noGrp="1"/>
          </p:cNvSpPr>
          <p:nvPr/>
        </p:nvSpPr>
        <p:spPr>
          <a:xfrm>
            <a:off x="1989277" y="531495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委员会主要处理行政、政策事务。蒙藏教育、边疆事务及军事工作又分别涉及教育、组织和军事等部门，边政运行呈现跨机构分工的特点。</a:t>
            </a:r>
            <a:endParaRPr sz="1755" b="0">
              <a:solidFill>
                <a:srgbClr val="333333"/>
              </a:solidFill>
              <a:latin typeface="Noto Serif CJK SC"/>
              <a:ea typeface="Noto Serif CJK SC"/>
              <a:cs typeface="Noto Serif CJK SC"/>
            </a:endParaRPr>
          </a:p>
        </p:txBody>
      </p:sp>
      <p:sp>
        <p:nvSpPr>
          <p:cNvPr id="25" name="Rectangle 24"/>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Rectangle 27"/>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TextBox 28"/>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30" name="Rectangle 29"/>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Rectangle 30"/>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Rectangle 32"/>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4" name="Rectangle 33"/>
          <p:cNvSpPr/>
          <p:nvPr/>
        </p:nvSpPr>
        <p:spPr>
          <a:xfrm>
            <a:off x="0" y="397763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TextBox 34"/>
          <p:cNvSpPr txBox="1"/>
          <p:nvPr/>
        </p:nvSpPr>
        <p:spPr>
          <a:xfrm>
            <a:off x="109728" y="411480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srgbClr val="990B22"/>
                </a:solidFill>
                <a:latin typeface="Noto Serif CJK SC"/>
                <a:ea typeface="Noto Serif CJK SC"/>
                <a:cs typeface="Noto Serif CJK SC"/>
              </a:rPr>
              <a:t>边政研究</a:t>
            </a:r>
            <a:endParaRPr>
              <a:latin typeface="Noto Serif CJK SC"/>
              <a:ea typeface="Noto Serif CJK SC"/>
            </a:endParaRPr>
          </a:p>
        </p:txBody>
      </p:sp>
      <p:sp>
        <p:nvSpPr>
          <p:cNvPr id="36" name="Rectangle 35"/>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7" name="Rectangle 36"/>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8" name="TextBox 37"/>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民族政策</a:t>
            </a:r>
            <a:endParaRPr>
              <a:latin typeface="Noto Serif CJK SC"/>
              <a:ea typeface="Noto Serif CJK SC"/>
            </a:endParaRPr>
          </a:p>
        </p:txBody>
      </p:sp>
      <p:sp>
        <p:nvSpPr>
          <p:cNvPr id="39" name="Rectangle 38"/>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0" name="Rectangle 39"/>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2" name="Rectangle 41"/>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3" name="TextBox 42"/>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44" name="Rectangle 43"/>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5" name="Rectangle 44"/>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6" name="TextBox 45"/>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16</a:t>
            </a:r>
            <a:endParaRPr>
              <a:latin typeface="Noto Serif CJK SC"/>
              <a:ea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边疆</a:t>
            </a:r>
            <a:r>
              <a:rPr lang="zh-CN" sz="1500" b="0">
                <a:solidFill>
                  <a:srgbClr val="FFFFFF"/>
                </a:solidFill>
                <a:latin typeface="Noto Serif CJK SC"/>
                <a:ea typeface="Noto Serif CJK SC"/>
                <a:cs typeface="Noto Serif CJK SC"/>
              </a:rPr>
              <a:t>形势</a:t>
            </a:r>
            <a:endParaRPr lang="en-US">
              <a:latin typeface="Noto Serif CJK SC"/>
              <a:ea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a:t>
            </a:r>
            <a:r>
              <a:rPr lang="zh-CN" sz="1500" b="0">
                <a:solidFill>
                  <a:srgbClr val="FFFFFF"/>
                </a:solidFill>
                <a:latin typeface="Noto Serif CJK SC"/>
                <a:ea typeface="Noto Serif CJK SC"/>
                <a:cs typeface="Noto Serif CJK SC"/>
              </a:rPr>
              <a:t>总结</a:t>
            </a:r>
            <a:endParaRPr lang="zh-CN">
              <a:latin typeface="Noto Serif CJK SC"/>
              <a:ea typeface="Noto Serif CJK SC"/>
            </a:endParaRPr>
          </a:p>
        </p:txBody>
      </p:sp>
      <p:sp>
        <p:nvSpPr>
          <p:cNvPr id="5" name="TextBox 19"/>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6" name="TextBox 20"/>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3" name="直接箭头连接符 32"/>
          <p:cNvCxnSpPr>
            <a:stCxn id="19" idx="1"/>
            <a:endCxn id="25" idx="3"/>
          </p:cNvCxnSpPr>
          <p:nvPr/>
        </p:nvCxnSpPr>
        <p:spPr>
          <a:xfrm flipH="1">
            <a:off x="5995873" y="5129213"/>
            <a:ext cx="1257300" cy="0"/>
          </a:xfrm>
          <a:prstGeom prst="straightConnector1">
            <a:avLst/>
          </a:prstGeom>
          <a:ln w="30480" cap="rnd">
            <a:solidFill>
              <a:srgbClr val="990B22"/>
            </a:solidFill>
            <a:prstDash val="solid"/>
            <a:round/>
            <a:tailEnd type="arrow" w="med" len="med"/>
          </a:ln>
        </p:spPr>
      </p:cxnSp>
      <p:cxnSp>
        <p:nvCxnSpPr>
          <p:cNvPr id="32" name="直接箭头连接符 31"/>
          <p:cNvCxnSpPr>
            <a:stCxn id="13" idx="2"/>
            <a:endCxn id="19" idx="0"/>
          </p:cNvCxnSpPr>
          <p:nvPr/>
        </p:nvCxnSpPr>
        <p:spPr>
          <a:xfrm>
            <a:off x="9361246" y="3657600"/>
            <a:ext cx="0" cy="523875"/>
          </a:xfrm>
          <a:prstGeom prst="straightConnector1">
            <a:avLst/>
          </a:prstGeom>
          <a:ln w="30480" cap="rnd">
            <a:solidFill>
              <a:srgbClr val="990B22"/>
            </a:solidFill>
            <a:prstDash val="solid"/>
            <a:round/>
            <a:tailEnd type="arrow" w="med" len="med"/>
          </a:ln>
        </p:spPr>
      </p:cxnSp>
      <p:cxnSp>
        <p:nvCxnSpPr>
          <p:cNvPr id="31" name="直接箭头连接符 30"/>
          <p:cNvCxnSpPr>
            <a:stCxn id="7" idx="3"/>
            <a:endCxn id="13" idx="1"/>
          </p:cNvCxnSpPr>
          <p:nvPr/>
        </p:nvCxnSpPr>
        <p:spPr>
          <a:xfrm>
            <a:off x="5995873" y="2709863"/>
            <a:ext cx="1257300" cy="0"/>
          </a:xfrm>
          <a:prstGeom prst="straightConnector1">
            <a:avLst/>
          </a:prstGeom>
          <a:ln w="30480" cap="rnd">
            <a:solidFill>
              <a:srgbClr val="990B22"/>
            </a:solidFill>
            <a:prstDash val="solid"/>
            <a:round/>
            <a:tailEnd type="arrow" w="med" len="med"/>
          </a:ln>
        </p:spPr>
      </p:cxnSp>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边政知识如何形成</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762125"/>
            <a:ext cx="4216146" cy="1895475"/>
          </a:xfrm>
          <a:prstGeom prst="roundRect">
            <a:avLst>
              <a:gd name="adj" fmla="val 4020"/>
            </a:avLst>
          </a:prstGeom>
          <a:solidFill>
            <a:srgbClr val="FFFFFF"/>
          </a:solidFill>
          <a:ln w="28575">
            <a:solidFill>
              <a:srgbClr val="990B22"/>
            </a:solidFill>
            <a:prstDash val="solid"/>
          </a:ln>
        </p:spPr>
        <p:txBody>
          <a:bodyPr lIns="80467" rIns="80467"/>
          <a:p>
            <a:endParaRPr>
              <a:latin typeface="Noto Serif CJK SC"/>
              <a:ea typeface="Noto Serif CJK SC"/>
              <a:cs typeface="Noto Serif CJK SC"/>
            </a:endParaRPr>
          </a:p>
        </p:txBody>
      </p:sp>
      <p:sp>
        <p:nvSpPr>
          <p:cNvPr id="8" name="frame-7"/>
          <p:cNvSpPr>
            <a:spLocks noGrp="1"/>
          </p:cNvSpPr>
          <p:nvPr/>
        </p:nvSpPr>
        <p:spPr>
          <a:xfrm>
            <a:off x="1779727" y="1762125"/>
            <a:ext cx="4216146" cy="6191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9" name="椭圆 8"/>
          <p:cNvSpPr>
            <a:spLocks noGrp="1"/>
          </p:cNvSpPr>
          <p:nvPr/>
        </p:nvSpPr>
        <p:spPr>
          <a:xfrm>
            <a:off x="1905457" y="1857375"/>
            <a:ext cx="377190" cy="428625"/>
          </a:xfrm>
          <a:prstGeom prst="ellipse">
            <a:avLst/>
          </a:prstGeom>
          <a:solidFill>
            <a:srgbClr val="FFFFFF"/>
          </a:solidFill>
          <a:ln w="0">
            <a:noFill/>
            <a:prstDash val="solid"/>
          </a:ln>
        </p:spPr>
        <p:txBody>
          <a:bodyPr lIns="80467" rIns="80467"/>
          <a:p>
            <a:endParaRPr>
              <a:latin typeface="Noto Serif CJK SC"/>
              <a:ea typeface="Noto Serif CJK SC"/>
              <a:cs typeface="Noto Serif CJK SC"/>
            </a:endParaRPr>
          </a:p>
        </p:txBody>
      </p:sp>
      <p:sp>
        <p:nvSpPr>
          <p:cNvPr id="10" name="text-9"/>
          <p:cNvSpPr>
            <a:spLocks noGrp="1"/>
          </p:cNvSpPr>
          <p:nvPr/>
        </p:nvSpPr>
        <p:spPr>
          <a:xfrm>
            <a:off x="1997659" y="1876425"/>
            <a:ext cx="209550" cy="381000"/>
          </a:xfrm>
          <a:prstGeom prst="rect">
            <a:avLst/>
          </a:prstGeom>
          <a:noFill/>
          <a:ln w="0">
            <a:noFill/>
            <a:prstDash val="solid"/>
          </a:ln>
        </p:spPr>
        <p:txBody>
          <a:bodyPr wrap="square" lIns="0" tIns="0" rIns="0" bIns="0">
            <a:noAutofit/>
          </a:bodyPr>
          <a:lstStyle>
            <a:defPPr algn="ctr">
              <a:defRPr sz="2100" b="1">
                <a:solidFill>
                  <a:srgbClr val="990B22"/>
                </a:solidFill>
                <a:latin typeface="Noto Serif CJK SC"/>
                <a:ea typeface="Noto Serif CJK SC"/>
                <a:cs typeface="Noto Serif CJK SC"/>
              </a:defRPr>
            </a:defPPr>
            <a:lvl1pPr algn="ctr">
              <a:defRPr sz="2100" b="1">
                <a:solidFill>
                  <a:srgbClr val="990B22"/>
                </a:solidFill>
                <a:latin typeface="Noto Serif CJK SC"/>
                <a:ea typeface="Noto Serif CJK SC"/>
                <a:cs typeface="Noto Serif CJK SC"/>
              </a:defRPr>
            </a:lvl1pPr>
            <a:lvl2pPr algn="ctr">
              <a:defRPr sz="2100" b="1">
                <a:solidFill>
                  <a:srgbClr val="990B22"/>
                </a:solidFill>
                <a:latin typeface="Noto Serif CJK SC"/>
                <a:ea typeface="Noto Serif CJK SC"/>
                <a:cs typeface="Noto Serif CJK SC"/>
              </a:defRPr>
            </a:lvl2pPr>
            <a:lvl3pPr algn="ctr">
              <a:defRPr sz="2100" b="1">
                <a:solidFill>
                  <a:srgbClr val="990B22"/>
                </a:solidFill>
                <a:latin typeface="Noto Serif CJK SC"/>
                <a:ea typeface="Noto Serif CJK SC"/>
                <a:cs typeface="Noto Serif CJK SC"/>
              </a:defRPr>
            </a:lvl3pPr>
            <a:lvl4pPr algn="ctr">
              <a:defRPr sz="2100" b="1">
                <a:solidFill>
                  <a:srgbClr val="990B22"/>
                </a:solidFill>
                <a:latin typeface="Noto Serif CJK SC"/>
                <a:ea typeface="Noto Serif CJK SC"/>
                <a:cs typeface="Noto Serif CJK SC"/>
              </a:defRPr>
            </a:lvl4pPr>
            <a:lvl5pPr algn="ctr">
              <a:defRPr sz="2100" b="1">
                <a:solidFill>
                  <a:srgbClr val="990B22"/>
                </a:solidFill>
                <a:latin typeface="Noto Serif CJK SC"/>
                <a:ea typeface="Noto Serif CJK SC"/>
                <a:cs typeface="Noto Serif CJK SC"/>
              </a:defRPr>
            </a:lvl5pPr>
            <a:lvl6pPr algn="ctr">
              <a:defRPr sz="2100" b="1">
                <a:solidFill>
                  <a:srgbClr val="990B22"/>
                </a:solidFill>
                <a:latin typeface="Noto Serif CJK SC"/>
                <a:ea typeface="Noto Serif CJK SC"/>
                <a:cs typeface="Noto Serif CJK SC"/>
              </a:defRPr>
            </a:lvl6pPr>
            <a:lvl7pPr algn="ctr">
              <a:defRPr sz="2100" b="1">
                <a:solidFill>
                  <a:srgbClr val="990B22"/>
                </a:solidFill>
                <a:latin typeface="Noto Serif CJK SC"/>
                <a:ea typeface="Noto Serif CJK SC"/>
                <a:cs typeface="Noto Serif CJK SC"/>
              </a:defRPr>
            </a:lvl7pPr>
            <a:lvl8pPr algn="ctr">
              <a:defRPr sz="2100" b="1">
                <a:solidFill>
                  <a:srgbClr val="990B22"/>
                </a:solidFill>
                <a:latin typeface="Noto Serif CJK SC"/>
                <a:ea typeface="Noto Serif CJK SC"/>
                <a:cs typeface="Noto Serif CJK SC"/>
              </a:defRPr>
            </a:lvl8pPr>
            <a:lvl9pPr algn="ctr">
              <a:defRPr sz="2100" b="1">
                <a:solidFill>
                  <a:srgbClr val="990B22"/>
                </a:solidFill>
                <a:latin typeface="Noto Serif CJK SC"/>
                <a:ea typeface="Noto Serif CJK SC"/>
                <a:cs typeface="Noto Serif CJK SC"/>
              </a:defRPr>
            </a:lvl9pPr>
          </a:lstStyle>
          <a:p>
            <a:pPr algn="ctr">
              <a:lnSpc>
                <a:spcPct val="112000"/>
              </a:lnSpc>
              <a:buNone/>
              <a:defRPr sz="2100" b="1">
                <a:solidFill>
                  <a:srgbClr val="990B22"/>
                </a:solidFill>
                <a:latin typeface="Noto Serif CJK SC"/>
                <a:ea typeface="Noto Serif CJK SC"/>
                <a:cs typeface="Noto Serif CJK SC"/>
              </a:defRPr>
            </a:pPr>
            <a:r>
              <a:rPr sz="1890" b="1">
                <a:solidFill>
                  <a:srgbClr val="990B22"/>
                </a:solidFill>
                <a:latin typeface="Noto Serif CJK SC"/>
                <a:ea typeface="Noto Serif CJK SC"/>
                <a:cs typeface="Noto Serif CJK SC"/>
              </a:rPr>
              <a:t>1</a:t>
            </a:r>
            <a:endParaRPr sz="1890" b="1">
              <a:solidFill>
                <a:srgbClr val="990B22"/>
              </a:solidFill>
              <a:latin typeface="Noto Serif CJK SC"/>
              <a:ea typeface="Noto Serif CJK SC"/>
              <a:cs typeface="Noto Serif CJK SC"/>
            </a:endParaRPr>
          </a:p>
        </p:txBody>
      </p:sp>
      <p:sp>
        <p:nvSpPr>
          <p:cNvPr id="11" name="text-10"/>
          <p:cNvSpPr>
            <a:spLocks noGrp="1"/>
          </p:cNvSpPr>
          <p:nvPr/>
        </p:nvSpPr>
        <p:spPr>
          <a:xfrm>
            <a:off x="2441905" y="1885950"/>
            <a:ext cx="3319272" cy="447675"/>
          </a:xfrm>
          <a:prstGeom prst="rect">
            <a:avLst/>
          </a:prstGeom>
          <a:noFill/>
          <a:ln w="0">
            <a:noFill/>
            <a:prstDash val="solid"/>
          </a:ln>
        </p:spPr>
        <p:txBody>
          <a:bodyPr wrap="square" lIns="0" tIns="0" rIns="0" bIns="0">
            <a:noAutofit/>
          </a:bodyPr>
          <a:lstStyle>
            <a:defPPr algn="l">
              <a:defRPr sz="2475" b="1">
                <a:solidFill>
                  <a:srgbClr val="FFFFFF"/>
                </a:solidFill>
                <a:latin typeface="Noto Serif CJK SC"/>
                <a:ea typeface="Noto Serif CJK SC"/>
                <a:cs typeface="Noto Serif CJK SC"/>
              </a:defRPr>
            </a:defPPr>
            <a:lvl1pPr algn="l">
              <a:defRPr sz="2475" b="1">
                <a:solidFill>
                  <a:srgbClr val="FFFFFF"/>
                </a:solidFill>
                <a:latin typeface="Noto Serif CJK SC"/>
                <a:ea typeface="Noto Serif CJK SC"/>
                <a:cs typeface="Noto Serif CJK SC"/>
              </a:defRPr>
            </a:lvl1pPr>
            <a:lvl2pPr algn="l">
              <a:defRPr sz="2475" b="1">
                <a:solidFill>
                  <a:srgbClr val="FFFFFF"/>
                </a:solidFill>
                <a:latin typeface="Noto Serif CJK SC"/>
                <a:ea typeface="Noto Serif CJK SC"/>
                <a:cs typeface="Noto Serif CJK SC"/>
              </a:defRPr>
            </a:lvl2pPr>
            <a:lvl3pPr algn="l">
              <a:defRPr sz="2475" b="1">
                <a:solidFill>
                  <a:srgbClr val="FFFFFF"/>
                </a:solidFill>
                <a:latin typeface="Noto Serif CJK SC"/>
                <a:ea typeface="Noto Serif CJK SC"/>
                <a:cs typeface="Noto Serif CJK SC"/>
              </a:defRPr>
            </a:lvl3pPr>
            <a:lvl4pPr algn="l">
              <a:defRPr sz="2475" b="1">
                <a:solidFill>
                  <a:srgbClr val="FFFFFF"/>
                </a:solidFill>
                <a:latin typeface="Noto Serif CJK SC"/>
                <a:ea typeface="Noto Serif CJK SC"/>
                <a:cs typeface="Noto Serif CJK SC"/>
              </a:defRPr>
            </a:lvl4pPr>
            <a:lvl5pPr algn="l">
              <a:defRPr sz="2475" b="1">
                <a:solidFill>
                  <a:srgbClr val="FFFFFF"/>
                </a:solidFill>
                <a:latin typeface="Noto Serif CJK SC"/>
                <a:ea typeface="Noto Serif CJK SC"/>
                <a:cs typeface="Noto Serif CJK SC"/>
              </a:defRPr>
            </a:lvl5pPr>
            <a:lvl6pPr algn="l">
              <a:defRPr sz="2475" b="1">
                <a:solidFill>
                  <a:srgbClr val="FFFFFF"/>
                </a:solidFill>
                <a:latin typeface="Noto Serif CJK SC"/>
                <a:ea typeface="Noto Serif CJK SC"/>
                <a:cs typeface="Noto Serif CJK SC"/>
              </a:defRPr>
            </a:lvl6pPr>
            <a:lvl7pPr algn="l">
              <a:defRPr sz="2475" b="1">
                <a:solidFill>
                  <a:srgbClr val="FFFFFF"/>
                </a:solidFill>
                <a:latin typeface="Noto Serif CJK SC"/>
                <a:ea typeface="Noto Serif CJK SC"/>
                <a:cs typeface="Noto Serif CJK SC"/>
              </a:defRPr>
            </a:lvl7pPr>
            <a:lvl8pPr algn="l">
              <a:defRPr sz="2475" b="1">
                <a:solidFill>
                  <a:srgbClr val="FFFFFF"/>
                </a:solidFill>
                <a:latin typeface="Noto Serif CJK SC"/>
                <a:ea typeface="Noto Serif CJK SC"/>
                <a:cs typeface="Noto Serif CJK SC"/>
              </a:defRPr>
            </a:lvl8pPr>
            <a:lvl9pPr algn="l">
              <a:defRPr sz="2475" b="1">
                <a:solidFill>
                  <a:srgbClr val="FFFFFF"/>
                </a:solidFill>
                <a:latin typeface="Noto Serif CJK SC"/>
                <a:ea typeface="Noto Serif CJK SC"/>
                <a:cs typeface="Noto Serif CJK SC"/>
              </a:defRPr>
            </a:lvl9pPr>
          </a:lstStyle>
          <a:p>
            <a:pPr algn="l">
              <a:lnSpc>
                <a:spcPct val="112000"/>
              </a:lnSpc>
              <a:buNone/>
              <a:defRPr sz="2475" b="1">
                <a:solidFill>
                  <a:srgbClr val="FFFFFF"/>
                </a:solidFill>
                <a:latin typeface="Noto Serif CJK SC"/>
                <a:ea typeface="Noto Serif CJK SC"/>
                <a:cs typeface="Noto Serif CJK SC"/>
              </a:defRPr>
            </a:pPr>
            <a:r>
              <a:rPr sz="2225" b="1">
                <a:solidFill>
                  <a:srgbClr val="FFFFFF"/>
                </a:solidFill>
                <a:latin typeface="Noto Serif CJK SC"/>
                <a:ea typeface="Noto Serif CJK SC"/>
                <a:cs typeface="Noto Serif CJK SC"/>
              </a:rPr>
              <a:t>调查</a:t>
            </a:r>
            <a:endParaRPr sz="2225" b="1">
              <a:solidFill>
                <a:srgbClr val="FFFFFF"/>
              </a:solidFill>
              <a:latin typeface="Noto Serif CJK SC"/>
              <a:ea typeface="Noto Serif CJK SC"/>
              <a:cs typeface="Noto Serif CJK SC"/>
            </a:endParaRPr>
          </a:p>
        </p:txBody>
      </p:sp>
      <p:sp>
        <p:nvSpPr>
          <p:cNvPr id="12" name="text-11"/>
          <p:cNvSpPr>
            <a:spLocks noGrp="1"/>
          </p:cNvSpPr>
          <p:nvPr/>
        </p:nvSpPr>
        <p:spPr>
          <a:xfrm>
            <a:off x="1980895" y="2571750"/>
            <a:ext cx="3813810" cy="952500"/>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spcAft>
                <a:spcPts val="0"/>
              </a:spcAft>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调查扩展到政治、经济、宗教、语言、矿产及社会制度等领域。</a:t>
            </a:r>
            <a:endParaRPr sz="1890" b="0">
              <a:solidFill>
                <a:srgbClr val="333333"/>
              </a:solidFill>
              <a:latin typeface="Noto Serif CJK SC"/>
              <a:ea typeface="Noto Serif CJK SC"/>
              <a:cs typeface="Noto Serif CJK SC"/>
            </a:endParaRPr>
          </a:p>
        </p:txBody>
      </p:sp>
      <p:sp>
        <p:nvSpPr>
          <p:cNvPr id="13" name="frame-12"/>
          <p:cNvSpPr>
            <a:spLocks noGrp="1"/>
          </p:cNvSpPr>
          <p:nvPr/>
        </p:nvSpPr>
        <p:spPr>
          <a:xfrm>
            <a:off x="7253173" y="1762125"/>
            <a:ext cx="4216146" cy="1895475"/>
          </a:xfrm>
          <a:prstGeom prst="roundRect">
            <a:avLst>
              <a:gd name="adj" fmla="val 4020"/>
            </a:avLst>
          </a:prstGeom>
          <a:solidFill>
            <a:srgbClr val="FFFFFF"/>
          </a:solidFill>
          <a:ln w="28575">
            <a:solidFill>
              <a:srgbClr val="990B22"/>
            </a:solidFill>
            <a:prstDash val="solid"/>
          </a:ln>
        </p:spPr>
        <p:txBody>
          <a:bodyPr lIns="80467" rIns="80467"/>
          <a:p>
            <a:endParaRPr>
              <a:latin typeface="Noto Serif CJK SC"/>
              <a:ea typeface="Noto Serif CJK SC"/>
              <a:cs typeface="Noto Serif CJK SC"/>
            </a:endParaRPr>
          </a:p>
        </p:txBody>
      </p:sp>
      <p:sp>
        <p:nvSpPr>
          <p:cNvPr id="14" name="frame-13"/>
          <p:cNvSpPr>
            <a:spLocks noGrp="1"/>
          </p:cNvSpPr>
          <p:nvPr/>
        </p:nvSpPr>
        <p:spPr>
          <a:xfrm>
            <a:off x="7253173" y="1762125"/>
            <a:ext cx="4216146" cy="6191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15" name="椭圆 14"/>
          <p:cNvSpPr>
            <a:spLocks noGrp="1"/>
          </p:cNvSpPr>
          <p:nvPr/>
        </p:nvSpPr>
        <p:spPr>
          <a:xfrm>
            <a:off x="7378903" y="1857375"/>
            <a:ext cx="377190" cy="428625"/>
          </a:xfrm>
          <a:prstGeom prst="ellipse">
            <a:avLst/>
          </a:prstGeom>
          <a:solidFill>
            <a:srgbClr val="FFFFFF"/>
          </a:solidFill>
          <a:ln w="0">
            <a:noFill/>
            <a:prstDash val="solid"/>
          </a:ln>
        </p:spPr>
        <p:txBody>
          <a:bodyPr lIns="80467" rIns="80467"/>
          <a:p>
            <a:endParaRPr>
              <a:latin typeface="Noto Serif CJK SC"/>
              <a:ea typeface="Noto Serif CJK SC"/>
              <a:cs typeface="Noto Serif CJK SC"/>
            </a:endParaRPr>
          </a:p>
        </p:txBody>
      </p:sp>
      <p:sp>
        <p:nvSpPr>
          <p:cNvPr id="16" name="text-15"/>
          <p:cNvSpPr>
            <a:spLocks noGrp="1"/>
          </p:cNvSpPr>
          <p:nvPr/>
        </p:nvSpPr>
        <p:spPr>
          <a:xfrm>
            <a:off x="7471105" y="1876425"/>
            <a:ext cx="209550" cy="381000"/>
          </a:xfrm>
          <a:prstGeom prst="rect">
            <a:avLst/>
          </a:prstGeom>
          <a:noFill/>
          <a:ln w="0">
            <a:noFill/>
            <a:prstDash val="solid"/>
          </a:ln>
        </p:spPr>
        <p:txBody>
          <a:bodyPr wrap="square" lIns="0" tIns="0" rIns="0" bIns="0">
            <a:noAutofit/>
          </a:bodyPr>
          <a:lstStyle>
            <a:defPPr algn="ctr">
              <a:defRPr sz="2100" b="1">
                <a:solidFill>
                  <a:srgbClr val="990B22"/>
                </a:solidFill>
                <a:latin typeface="Noto Serif CJK SC"/>
                <a:ea typeface="Noto Serif CJK SC"/>
                <a:cs typeface="Noto Serif CJK SC"/>
              </a:defRPr>
            </a:defPPr>
            <a:lvl1pPr algn="ctr">
              <a:defRPr sz="2100" b="1">
                <a:solidFill>
                  <a:srgbClr val="990B22"/>
                </a:solidFill>
                <a:latin typeface="Noto Serif CJK SC"/>
                <a:ea typeface="Noto Serif CJK SC"/>
                <a:cs typeface="Noto Serif CJK SC"/>
              </a:defRPr>
            </a:lvl1pPr>
            <a:lvl2pPr algn="ctr">
              <a:defRPr sz="2100" b="1">
                <a:solidFill>
                  <a:srgbClr val="990B22"/>
                </a:solidFill>
                <a:latin typeface="Noto Serif CJK SC"/>
                <a:ea typeface="Noto Serif CJK SC"/>
                <a:cs typeface="Noto Serif CJK SC"/>
              </a:defRPr>
            </a:lvl2pPr>
            <a:lvl3pPr algn="ctr">
              <a:defRPr sz="2100" b="1">
                <a:solidFill>
                  <a:srgbClr val="990B22"/>
                </a:solidFill>
                <a:latin typeface="Noto Serif CJK SC"/>
                <a:ea typeface="Noto Serif CJK SC"/>
                <a:cs typeface="Noto Serif CJK SC"/>
              </a:defRPr>
            </a:lvl3pPr>
            <a:lvl4pPr algn="ctr">
              <a:defRPr sz="2100" b="1">
                <a:solidFill>
                  <a:srgbClr val="990B22"/>
                </a:solidFill>
                <a:latin typeface="Noto Serif CJK SC"/>
                <a:ea typeface="Noto Serif CJK SC"/>
                <a:cs typeface="Noto Serif CJK SC"/>
              </a:defRPr>
            </a:lvl4pPr>
            <a:lvl5pPr algn="ctr">
              <a:defRPr sz="2100" b="1">
                <a:solidFill>
                  <a:srgbClr val="990B22"/>
                </a:solidFill>
                <a:latin typeface="Noto Serif CJK SC"/>
                <a:ea typeface="Noto Serif CJK SC"/>
                <a:cs typeface="Noto Serif CJK SC"/>
              </a:defRPr>
            </a:lvl5pPr>
            <a:lvl6pPr algn="ctr">
              <a:defRPr sz="2100" b="1">
                <a:solidFill>
                  <a:srgbClr val="990B22"/>
                </a:solidFill>
                <a:latin typeface="Noto Serif CJK SC"/>
                <a:ea typeface="Noto Serif CJK SC"/>
                <a:cs typeface="Noto Serif CJK SC"/>
              </a:defRPr>
            </a:lvl6pPr>
            <a:lvl7pPr algn="ctr">
              <a:defRPr sz="2100" b="1">
                <a:solidFill>
                  <a:srgbClr val="990B22"/>
                </a:solidFill>
                <a:latin typeface="Noto Serif CJK SC"/>
                <a:ea typeface="Noto Serif CJK SC"/>
                <a:cs typeface="Noto Serif CJK SC"/>
              </a:defRPr>
            </a:lvl7pPr>
            <a:lvl8pPr algn="ctr">
              <a:defRPr sz="2100" b="1">
                <a:solidFill>
                  <a:srgbClr val="990B22"/>
                </a:solidFill>
                <a:latin typeface="Noto Serif CJK SC"/>
                <a:ea typeface="Noto Serif CJK SC"/>
                <a:cs typeface="Noto Serif CJK SC"/>
              </a:defRPr>
            </a:lvl8pPr>
            <a:lvl9pPr algn="ctr">
              <a:defRPr sz="2100" b="1">
                <a:solidFill>
                  <a:srgbClr val="990B22"/>
                </a:solidFill>
                <a:latin typeface="Noto Serif CJK SC"/>
                <a:ea typeface="Noto Serif CJK SC"/>
                <a:cs typeface="Noto Serif CJK SC"/>
              </a:defRPr>
            </a:lvl9pPr>
          </a:lstStyle>
          <a:p>
            <a:pPr algn="ctr">
              <a:lnSpc>
                <a:spcPct val="112000"/>
              </a:lnSpc>
              <a:buNone/>
              <a:defRPr sz="2100" b="1">
                <a:solidFill>
                  <a:srgbClr val="990B22"/>
                </a:solidFill>
                <a:latin typeface="Noto Serif CJK SC"/>
                <a:ea typeface="Noto Serif CJK SC"/>
                <a:cs typeface="Noto Serif CJK SC"/>
              </a:defRPr>
            </a:pPr>
            <a:r>
              <a:rPr sz="1890" b="1">
                <a:solidFill>
                  <a:srgbClr val="990B22"/>
                </a:solidFill>
                <a:latin typeface="Noto Serif CJK SC"/>
                <a:ea typeface="Noto Serif CJK SC"/>
                <a:cs typeface="Noto Serif CJK SC"/>
              </a:rPr>
              <a:t>2</a:t>
            </a:r>
            <a:endParaRPr sz="1890" b="1">
              <a:solidFill>
                <a:srgbClr val="990B22"/>
              </a:solidFill>
              <a:latin typeface="Noto Serif CJK SC"/>
              <a:ea typeface="Noto Serif CJK SC"/>
              <a:cs typeface="Noto Serif CJK SC"/>
            </a:endParaRPr>
          </a:p>
        </p:txBody>
      </p:sp>
      <p:sp>
        <p:nvSpPr>
          <p:cNvPr id="17" name="text-16"/>
          <p:cNvSpPr>
            <a:spLocks noGrp="1"/>
          </p:cNvSpPr>
          <p:nvPr/>
        </p:nvSpPr>
        <p:spPr>
          <a:xfrm>
            <a:off x="7915351" y="1885950"/>
            <a:ext cx="3319272" cy="447675"/>
          </a:xfrm>
          <a:prstGeom prst="rect">
            <a:avLst/>
          </a:prstGeom>
          <a:noFill/>
          <a:ln w="0">
            <a:noFill/>
            <a:prstDash val="solid"/>
          </a:ln>
        </p:spPr>
        <p:txBody>
          <a:bodyPr wrap="square" lIns="0" tIns="0" rIns="0" bIns="0">
            <a:noAutofit/>
          </a:bodyPr>
          <a:lstStyle>
            <a:defPPr algn="l">
              <a:defRPr sz="2475" b="1">
                <a:solidFill>
                  <a:srgbClr val="FFFFFF"/>
                </a:solidFill>
                <a:latin typeface="Noto Serif CJK SC"/>
                <a:ea typeface="Noto Serif CJK SC"/>
                <a:cs typeface="Noto Serif CJK SC"/>
              </a:defRPr>
            </a:defPPr>
            <a:lvl1pPr algn="l">
              <a:defRPr sz="2475" b="1">
                <a:solidFill>
                  <a:srgbClr val="FFFFFF"/>
                </a:solidFill>
                <a:latin typeface="Noto Serif CJK SC"/>
                <a:ea typeface="Noto Serif CJK SC"/>
                <a:cs typeface="Noto Serif CJK SC"/>
              </a:defRPr>
            </a:lvl1pPr>
            <a:lvl2pPr algn="l">
              <a:defRPr sz="2475" b="1">
                <a:solidFill>
                  <a:srgbClr val="FFFFFF"/>
                </a:solidFill>
                <a:latin typeface="Noto Serif CJK SC"/>
                <a:ea typeface="Noto Serif CJK SC"/>
                <a:cs typeface="Noto Serif CJK SC"/>
              </a:defRPr>
            </a:lvl2pPr>
            <a:lvl3pPr algn="l">
              <a:defRPr sz="2475" b="1">
                <a:solidFill>
                  <a:srgbClr val="FFFFFF"/>
                </a:solidFill>
                <a:latin typeface="Noto Serif CJK SC"/>
                <a:ea typeface="Noto Serif CJK SC"/>
                <a:cs typeface="Noto Serif CJK SC"/>
              </a:defRPr>
            </a:lvl3pPr>
            <a:lvl4pPr algn="l">
              <a:defRPr sz="2475" b="1">
                <a:solidFill>
                  <a:srgbClr val="FFFFFF"/>
                </a:solidFill>
                <a:latin typeface="Noto Serif CJK SC"/>
                <a:ea typeface="Noto Serif CJK SC"/>
                <a:cs typeface="Noto Serif CJK SC"/>
              </a:defRPr>
            </a:lvl4pPr>
            <a:lvl5pPr algn="l">
              <a:defRPr sz="2475" b="1">
                <a:solidFill>
                  <a:srgbClr val="FFFFFF"/>
                </a:solidFill>
                <a:latin typeface="Noto Serif CJK SC"/>
                <a:ea typeface="Noto Serif CJK SC"/>
                <a:cs typeface="Noto Serif CJK SC"/>
              </a:defRPr>
            </a:lvl5pPr>
            <a:lvl6pPr algn="l">
              <a:defRPr sz="2475" b="1">
                <a:solidFill>
                  <a:srgbClr val="FFFFFF"/>
                </a:solidFill>
                <a:latin typeface="Noto Serif CJK SC"/>
                <a:ea typeface="Noto Serif CJK SC"/>
                <a:cs typeface="Noto Serif CJK SC"/>
              </a:defRPr>
            </a:lvl6pPr>
            <a:lvl7pPr algn="l">
              <a:defRPr sz="2475" b="1">
                <a:solidFill>
                  <a:srgbClr val="FFFFFF"/>
                </a:solidFill>
                <a:latin typeface="Noto Serif CJK SC"/>
                <a:ea typeface="Noto Serif CJK SC"/>
                <a:cs typeface="Noto Serif CJK SC"/>
              </a:defRPr>
            </a:lvl7pPr>
            <a:lvl8pPr algn="l">
              <a:defRPr sz="2475" b="1">
                <a:solidFill>
                  <a:srgbClr val="FFFFFF"/>
                </a:solidFill>
                <a:latin typeface="Noto Serif CJK SC"/>
                <a:ea typeface="Noto Serif CJK SC"/>
                <a:cs typeface="Noto Serif CJK SC"/>
              </a:defRPr>
            </a:lvl8pPr>
            <a:lvl9pPr algn="l">
              <a:defRPr sz="2475" b="1">
                <a:solidFill>
                  <a:srgbClr val="FFFFFF"/>
                </a:solidFill>
                <a:latin typeface="Noto Serif CJK SC"/>
                <a:ea typeface="Noto Serif CJK SC"/>
                <a:cs typeface="Noto Serif CJK SC"/>
              </a:defRPr>
            </a:lvl9pPr>
          </a:lstStyle>
          <a:p>
            <a:pPr algn="l">
              <a:lnSpc>
                <a:spcPct val="112000"/>
              </a:lnSpc>
              <a:buNone/>
              <a:defRPr sz="2475" b="1">
                <a:solidFill>
                  <a:srgbClr val="FFFFFF"/>
                </a:solidFill>
                <a:latin typeface="Noto Serif CJK SC"/>
                <a:ea typeface="Noto Serif CJK SC"/>
                <a:cs typeface="Noto Serif CJK SC"/>
              </a:defRPr>
            </a:pPr>
            <a:r>
              <a:rPr sz="2225" b="1">
                <a:solidFill>
                  <a:srgbClr val="FFFFFF"/>
                </a:solidFill>
                <a:latin typeface="Noto Serif CJK SC"/>
                <a:ea typeface="Noto Serif CJK SC"/>
                <a:cs typeface="Noto Serif CJK SC"/>
              </a:rPr>
              <a:t>组织</a:t>
            </a:r>
            <a:endParaRPr sz="2225" b="1">
              <a:solidFill>
                <a:srgbClr val="FFFFFF"/>
              </a:solidFill>
              <a:latin typeface="Noto Serif CJK SC"/>
              <a:ea typeface="Noto Serif CJK SC"/>
              <a:cs typeface="Noto Serif CJK SC"/>
            </a:endParaRPr>
          </a:p>
        </p:txBody>
      </p:sp>
      <p:sp>
        <p:nvSpPr>
          <p:cNvPr id="18" name="text-17"/>
          <p:cNvSpPr>
            <a:spLocks noGrp="1"/>
          </p:cNvSpPr>
          <p:nvPr/>
        </p:nvSpPr>
        <p:spPr>
          <a:xfrm>
            <a:off x="7454341" y="2571750"/>
            <a:ext cx="3813810" cy="952500"/>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spcAft>
                <a:spcPts val="0"/>
              </a:spcAft>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蒙藏委员会与有关部委、学术团体组织调查研究。</a:t>
            </a:r>
            <a:endParaRPr sz="1890" b="0">
              <a:solidFill>
                <a:srgbClr val="333333"/>
              </a:solidFill>
              <a:latin typeface="Noto Serif CJK SC"/>
              <a:ea typeface="Noto Serif CJK SC"/>
              <a:cs typeface="Noto Serif CJK SC"/>
            </a:endParaRPr>
          </a:p>
        </p:txBody>
      </p:sp>
      <p:sp>
        <p:nvSpPr>
          <p:cNvPr id="19" name="frame-18"/>
          <p:cNvSpPr>
            <a:spLocks noGrp="1"/>
          </p:cNvSpPr>
          <p:nvPr/>
        </p:nvSpPr>
        <p:spPr>
          <a:xfrm>
            <a:off x="7253173" y="4181475"/>
            <a:ext cx="4216146" cy="1895475"/>
          </a:xfrm>
          <a:prstGeom prst="roundRect">
            <a:avLst>
              <a:gd name="adj" fmla="val 4020"/>
            </a:avLst>
          </a:prstGeom>
          <a:solidFill>
            <a:srgbClr val="FFFFFF"/>
          </a:solidFill>
          <a:ln w="28575">
            <a:solidFill>
              <a:srgbClr val="990B22"/>
            </a:solidFill>
            <a:prstDash val="solid"/>
          </a:ln>
        </p:spPr>
        <p:txBody>
          <a:bodyPr lIns="80467" rIns="80467"/>
          <a:p>
            <a:endParaRPr>
              <a:latin typeface="Noto Serif CJK SC"/>
              <a:ea typeface="Noto Serif CJK SC"/>
              <a:cs typeface="Noto Serif CJK SC"/>
            </a:endParaRPr>
          </a:p>
        </p:txBody>
      </p:sp>
      <p:sp>
        <p:nvSpPr>
          <p:cNvPr id="20" name="frame-19"/>
          <p:cNvSpPr>
            <a:spLocks noGrp="1"/>
          </p:cNvSpPr>
          <p:nvPr/>
        </p:nvSpPr>
        <p:spPr>
          <a:xfrm>
            <a:off x="7253173" y="4181475"/>
            <a:ext cx="4216146" cy="6191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21" name="椭圆 20"/>
          <p:cNvSpPr>
            <a:spLocks noGrp="1"/>
          </p:cNvSpPr>
          <p:nvPr/>
        </p:nvSpPr>
        <p:spPr>
          <a:xfrm>
            <a:off x="7378903" y="4276725"/>
            <a:ext cx="377190" cy="428625"/>
          </a:xfrm>
          <a:prstGeom prst="ellipse">
            <a:avLst/>
          </a:prstGeom>
          <a:solidFill>
            <a:srgbClr val="FFFFFF"/>
          </a:solidFill>
          <a:ln w="0">
            <a:noFill/>
            <a:prstDash val="solid"/>
          </a:ln>
        </p:spPr>
        <p:txBody>
          <a:bodyPr lIns="80467" rIns="80467"/>
          <a:p>
            <a:endParaRPr>
              <a:latin typeface="Noto Serif CJK SC"/>
              <a:ea typeface="Noto Serif CJK SC"/>
              <a:cs typeface="Noto Serif CJK SC"/>
            </a:endParaRPr>
          </a:p>
        </p:txBody>
      </p:sp>
      <p:sp>
        <p:nvSpPr>
          <p:cNvPr id="22" name="text-21"/>
          <p:cNvSpPr>
            <a:spLocks noGrp="1"/>
          </p:cNvSpPr>
          <p:nvPr/>
        </p:nvSpPr>
        <p:spPr>
          <a:xfrm>
            <a:off x="7471105" y="4295775"/>
            <a:ext cx="209550" cy="381000"/>
          </a:xfrm>
          <a:prstGeom prst="rect">
            <a:avLst/>
          </a:prstGeom>
          <a:noFill/>
          <a:ln w="0">
            <a:noFill/>
            <a:prstDash val="solid"/>
          </a:ln>
        </p:spPr>
        <p:txBody>
          <a:bodyPr wrap="square" lIns="0" tIns="0" rIns="0" bIns="0">
            <a:noAutofit/>
          </a:bodyPr>
          <a:lstStyle>
            <a:defPPr algn="ctr">
              <a:defRPr sz="2100" b="1">
                <a:solidFill>
                  <a:srgbClr val="990B22"/>
                </a:solidFill>
                <a:latin typeface="Noto Serif CJK SC"/>
                <a:ea typeface="Noto Serif CJK SC"/>
                <a:cs typeface="Noto Serif CJK SC"/>
              </a:defRPr>
            </a:defPPr>
            <a:lvl1pPr algn="ctr">
              <a:defRPr sz="2100" b="1">
                <a:solidFill>
                  <a:srgbClr val="990B22"/>
                </a:solidFill>
                <a:latin typeface="Noto Serif CJK SC"/>
                <a:ea typeface="Noto Serif CJK SC"/>
                <a:cs typeface="Noto Serif CJK SC"/>
              </a:defRPr>
            </a:lvl1pPr>
            <a:lvl2pPr algn="ctr">
              <a:defRPr sz="2100" b="1">
                <a:solidFill>
                  <a:srgbClr val="990B22"/>
                </a:solidFill>
                <a:latin typeface="Noto Serif CJK SC"/>
                <a:ea typeface="Noto Serif CJK SC"/>
                <a:cs typeface="Noto Serif CJK SC"/>
              </a:defRPr>
            </a:lvl2pPr>
            <a:lvl3pPr algn="ctr">
              <a:defRPr sz="2100" b="1">
                <a:solidFill>
                  <a:srgbClr val="990B22"/>
                </a:solidFill>
                <a:latin typeface="Noto Serif CJK SC"/>
                <a:ea typeface="Noto Serif CJK SC"/>
                <a:cs typeface="Noto Serif CJK SC"/>
              </a:defRPr>
            </a:lvl3pPr>
            <a:lvl4pPr algn="ctr">
              <a:defRPr sz="2100" b="1">
                <a:solidFill>
                  <a:srgbClr val="990B22"/>
                </a:solidFill>
                <a:latin typeface="Noto Serif CJK SC"/>
                <a:ea typeface="Noto Serif CJK SC"/>
                <a:cs typeface="Noto Serif CJK SC"/>
              </a:defRPr>
            </a:lvl4pPr>
            <a:lvl5pPr algn="ctr">
              <a:defRPr sz="2100" b="1">
                <a:solidFill>
                  <a:srgbClr val="990B22"/>
                </a:solidFill>
                <a:latin typeface="Noto Serif CJK SC"/>
                <a:ea typeface="Noto Serif CJK SC"/>
                <a:cs typeface="Noto Serif CJK SC"/>
              </a:defRPr>
            </a:lvl5pPr>
            <a:lvl6pPr algn="ctr">
              <a:defRPr sz="2100" b="1">
                <a:solidFill>
                  <a:srgbClr val="990B22"/>
                </a:solidFill>
                <a:latin typeface="Noto Serif CJK SC"/>
                <a:ea typeface="Noto Serif CJK SC"/>
                <a:cs typeface="Noto Serif CJK SC"/>
              </a:defRPr>
            </a:lvl6pPr>
            <a:lvl7pPr algn="ctr">
              <a:defRPr sz="2100" b="1">
                <a:solidFill>
                  <a:srgbClr val="990B22"/>
                </a:solidFill>
                <a:latin typeface="Noto Serif CJK SC"/>
                <a:ea typeface="Noto Serif CJK SC"/>
                <a:cs typeface="Noto Serif CJK SC"/>
              </a:defRPr>
            </a:lvl7pPr>
            <a:lvl8pPr algn="ctr">
              <a:defRPr sz="2100" b="1">
                <a:solidFill>
                  <a:srgbClr val="990B22"/>
                </a:solidFill>
                <a:latin typeface="Noto Serif CJK SC"/>
                <a:ea typeface="Noto Serif CJK SC"/>
                <a:cs typeface="Noto Serif CJK SC"/>
              </a:defRPr>
            </a:lvl8pPr>
            <a:lvl9pPr algn="ctr">
              <a:defRPr sz="2100" b="1">
                <a:solidFill>
                  <a:srgbClr val="990B22"/>
                </a:solidFill>
                <a:latin typeface="Noto Serif CJK SC"/>
                <a:ea typeface="Noto Serif CJK SC"/>
                <a:cs typeface="Noto Serif CJK SC"/>
              </a:defRPr>
            </a:lvl9pPr>
          </a:lstStyle>
          <a:p>
            <a:pPr algn="ctr">
              <a:lnSpc>
                <a:spcPct val="112000"/>
              </a:lnSpc>
              <a:buNone/>
              <a:defRPr sz="2100" b="1">
                <a:solidFill>
                  <a:srgbClr val="990B22"/>
                </a:solidFill>
                <a:latin typeface="Noto Serif CJK SC"/>
                <a:ea typeface="Noto Serif CJK SC"/>
                <a:cs typeface="Noto Serif CJK SC"/>
              </a:defRPr>
            </a:pPr>
            <a:r>
              <a:rPr sz="1890" b="1">
                <a:solidFill>
                  <a:srgbClr val="990B22"/>
                </a:solidFill>
                <a:latin typeface="Noto Serif CJK SC"/>
                <a:ea typeface="Noto Serif CJK SC"/>
                <a:cs typeface="Noto Serif CJK SC"/>
              </a:rPr>
              <a:t>3</a:t>
            </a:r>
            <a:endParaRPr sz="1890" b="1">
              <a:solidFill>
                <a:srgbClr val="990B22"/>
              </a:solidFill>
              <a:latin typeface="Noto Serif CJK SC"/>
              <a:ea typeface="Noto Serif CJK SC"/>
              <a:cs typeface="Noto Serif CJK SC"/>
            </a:endParaRPr>
          </a:p>
        </p:txBody>
      </p:sp>
      <p:sp>
        <p:nvSpPr>
          <p:cNvPr id="23" name="text-22"/>
          <p:cNvSpPr>
            <a:spLocks noGrp="1"/>
          </p:cNvSpPr>
          <p:nvPr/>
        </p:nvSpPr>
        <p:spPr>
          <a:xfrm>
            <a:off x="7915351" y="4305300"/>
            <a:ext cx="3319272" cy="447675"/>
          </a:xfrm>
          <a:prstGeom prst="rect">
            <a:avLst/>
          </a:prstGeom>
          <a:noFill/>
          <a:ln w="0">
            <a:noFill/>
            <a:prstDash val="solid"/>
          </a:ln>
        </p:spPr>
        <p:txBody>
          <a:bodyPr wrap="square" lIns="0" tIns="0" rIns="0" bIns="0">
            <a:noAutofit/>
          </a:bodyPr>
          <a:lstStyle>
            <a:defPPr algn="l">
              <a:defRPr sz="2475" b="1">
                <a:solidFill>
                  <a:srgbClr val="FFFFFF"/>
                </a:solidFill>
                <a:latin typeface="Noto Serif CJK SC"/>
                <a:ea typeface="Noto Serif CJK SC"/>
                <a:cs typeface="Noto Serif CJK SC"/>
              </a:defRPr>
            </a:defPPr>
            <a:lvl1pPr algn="l">
              <a:defRPr sz="2475" b="1">
                <a:solidFill>
                  <a:srgbClr val="FFFFFF"/>
                </a:solidFill>
                <a:latin typeface="Noto Serif CJK SC"/>
                <a:ea typeface="Noto Serif CJK SC"/>
                <a:cs typeface="Noto Serif CJK SC"/>
              </a:defRPr>
            </a:lvl1pPr>
            <a:lvl2pPr algn="l">
              <a:defRPr sz="2475" b="1">
                <a:solidFill>
                  <a:srgbClr val="FFFFFF"/>
                </a:solidFill>
                <a:latin typeface="Noto Serif CJK SC"/>
                <a:ea typeface="Noto Serif CJK SC"/>
                <a:cs typeface="Noto Serif CJK SC"/>
              </a:defRPr>
            </a:lvl2pPr>
            <a:lvl3pPr algn="l">
              <a:defRPr sz="2475" b="1">
                <a:solidFill>
                  <a:srgbClr val="FFFFFF"/>
                </a:solidFill>
                <a:latin typeface="Noto Serif CJK SC"/>
                <a:ea typeface="Noto Serif CJK SC"/>
                <a:cs typeface="Noto Serif CJK SC"/>
              </a:defRPr>
            </a:lvl3pPr>
            <a:lvl4pPr algn="l">
              <a:defRPr sz="2475" b="1">
                <a:solidFill>
                  <a:srgbClr val="FFFFFF"/>
                </a:solidFill>
                <a:latin typeface="Noto Serif CJK SC"/>
                <a:ea typeface="Noto Serif CJK SC"/>
                <a:cs typeface="Noto Serif CJK SC"/>
              </a:defRPr>
            </a:lvl4pPr>
            <a:lvl5pPr algn="l">
              <a:defRPr sz="2475" b="1">
                <a:solidFill>
                  <a:srgbClr val="FFFFFF"/>
                </a:solidFill>
                <a:latin typeface="Noto Serif CJK SC"/>
                <a:ea typeface="Noto Serif CJK SC"/>
                <a:cs typeface="Noto Serif CJK SC"/>
              </a:defRPr>
            </a:lvl5pPr>
            <a:lvl6pPr algn="l">
              <a:defRPr sz="2475" b="1">
                <a:solidFill>
                  <a:srgbClr val="FFFFFF"/>
                </a:solidFill>
                <a:latin typeface="Noto Serif CJK SC"/>
                <a:ea typeface="Noto Serif CJK SC"/>
                <a:cs typeface="Noto Serif CJK SC"/>
              </a:defRPr>
            </a:lvl6pPr>
            <a:lvl7pPr algn="l">
              <a:defRPr sz="2475" b="1">
                <a:solidFill>
                  <a:srgbClr val="FFFFFF"/>
                </a:solidFill>
                <a:latin typeface="Noto Serif CJK SC"/>
                <a:ea typeface="Noto Serif CJK SC"/>
                <a:cs typeface="Noto Serif CJK SC"/>
              </a:defRPr>
            </a:lvl7pPr>
            <a:lvl8pPr algn="l">
              <a:defRPr sz="2475" b="1">
                <a:solidFill>
                  <a:srgbClr val="FFFFFF"/>
                </a:solidFill>
                <a:latin typeface="Noto Serif CJK SC"/>
                <a:ea typeface="Noto Serif CJK SC"/>
                <a:cs typeface="Noto Serif CJK SC"/>
              </a:defRPr>
            </a:lvl8pPr>
            <a:lvl9pPr algn="l">
              <a:defRPr sz="2475" b="1">
                <a:solidFill>
                  <a:srgbClr val="FFFFFF"/>
                </a:solidFill>
                <a:latin typeface="Noto Serif CJK SC"/>
                <a:ea typeface="Noto Serif CJK SC"/>
                <a:cs typeface="Noto Serif CJK SC"/>
              </a:defRPr>
            </a:lvl9pPr>
          </a:lstStyle>
          <a:p>
            <a:pPr algn="l">
              <a:lnSpc>
                <a:spcPct val="112000"/>
              </a:lnSpc>
              <a:buNone/>
              <a:defRPr sz="2475" b="1">
                <a:solidFill>
                  <a:srgbClr val="FFFFFF"/>
                </a:solidFill>
                <a:latin typeface="Noto Serif CJK SC"/>
                <a:ea typeface="Noto Serif CJK SC"/>
                <a:cs typeface="Noto Serif CJK SC"/>
              </a:defRPr>
            </a:pPr>
            <a:r>
              <a:rPr sz="2225" b="1">
                <a:solidFill>
                  <a:srgbClr val="FFFFFF"/>
                </a:solidFill>
                <a:latin typeface="Noto Serif CJK SC"/>
                <a:ea typeface="Noto Serif CJK SC"/>
                <a:cs typeface="Noto Serif CJK SC"/>
              </a:rPr>
              <a:t>传播</a:t>
            </a:r>
            <a:endParaRPr sz="2225" b="1">
              <a:solidFill>
                <a:srgbClr val="FFFFFF"/>
              </a:solidFill>
              <a:latin typeface="Noto Serif CJK SC"/>
              <a:ea typeface="Noto Serif CJK SC"/>
              <a:cs typeface="Noto Serif CJK SC"/>
            </a:endParaRPr>
          </a:p>
        </p:txBody>
      </p:sp>
      <p:sp>
        <p:nvSpPr>
          <p:cNvPr id="24" name="text-23"/>
          <p:cNvSpPr>
            <a:spLocks noGrp="1"/>
          </p:cNvSpPr>
          <p:nvPr/>
        </p:nvSpPr>
        <p:spPr>
          <a:xfrm>
            <a:off x="7454341" y="4991100"/>
            <a:ext cx="3813810" cy="952500"/>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spcAft>
                <a:spcPts val="0"/>
              </a:spcAft>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专著、调查资料与期刊扩大边疆研究的公共影响。</a:t>
            </a:r>
            <a:endParaRPr sz="1890" b="0">
              <a:solidFill>
                <a:srgbClr val="333333"/>
              </a:solidFill>
              <a:latin typeface="Noto Serif CJK SC"/>
              <a:ea typeface="Noto Serif CJK SC"/>
              <a:cs typeface="Noto Serif CJK SC"/>
            </a:endParaRPr>
          </a:p>
        </p:txBody>
      </p:sp>
      <p:sp>
        <p:nvSpPr>
          <p:cNvPr id="25" name="frame-24"/>
          <p:cNvSpPr>
            <a:spLocks noGrp="1"/>
          </p:cNvSpPr>
          <p:nvPr/>
        </p:nvSpPr>
        <p:spPr>
          <a:xfrm>
            <a:off x="1779727" y="4181475"/>
            <a:ext cx="4216146" cy="1895475"/>
          </a:xfrm>
          <a:prstGeom prst="roundRect">
            <a:avLst>
              <a:gd name="adj" fmla="val 4020"/>
            </a:avLst>
          </a:prstGeom>
          <a:solidFill>
            <a:srgbClr val="FFFFFF"/>
          </a:solidFill>
          <a:ln w="28575">
            <a:solidFill>
              <a:srgbClr val="990B22"/>
            </a:solidFill>
            <a:prstDash val="solid"/>
          </a:ln>
        </p:spPr>
        <p:txBody>
          <a:bodyPr lIns="80467" rIns="80467"/>
          <a:p>
            <a:endParaRPr>
              <a:latin typeface="Noto Serif CJK SC"/>
              <a:ea typeface="Noto Serif CJK SC"/>
              <a:cs typeface="Noto Serif CJK SC"/>
            </a:endParaRPr>
          </a:p>
        </p:txBody>
      </p:sp>
      <p:sp>
        <p:nvSpPr>
          <p:cNvPr id="26" name="frame-25"/>
          <p:cNvSpPr>
            <a:spLocks noGrp="1"/>
          </p:cNvSpPr>
          <p:nvPr/>
        </p:nvSpPr>
        <p:spPr>
          <a:xfrm>
            <a:off x="1779727" y="4181475"/>
            <a:ext cx="4216146" cy="6191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27" name="椭圆 26"/>
          <p:cNvSpPr>
            <a:spLocks noGrp="1"/>
          </p:cNvSpPr>
          <p:nvPr/>
        </p:nvSpPr>
        <p:spPr>
          <a:xfrm>
            <a:off x="1905457" y="4276725"/>
            <a:ext cx="377190" cy="428625"/>
          </a:xfrm>
          <a:prstGeom prst="ellipse">
            <a:avLst/>
          </a:prstGeom>
          <a:solidFill>
            <a:srgbClr val="FFFFFF"/>
          </a:solidFill>
          <a:ln w="0">
            <a:noFill/>
            <a:prstDash val="solid"/>
          </a:ln>
        </p:spPr>
        <p:txBody>
          <a:bodyPr lIns="80467" rIns="80467"/>
          <a:p>
            <a:endParaRPr>
              <a:latin typeface="Noto Serif CJK SC"/>
              <a:ea typeface="Noto Serif CJK SC"/>
              <a:cs typeface="Noto Serif CJK SC"/>
            </a:endParaRPr>
          </a:p>
        </p:txBody>
      </p:sp>
      <p:sp>
        <p:nvSpPr>
          <p:cNvPr id="28" name="text-27"/>
          <p:cNvSpPr>
            <a:spLocks noGrp="1"/>
          </p:cNvSpPr>
          <p:nvPr/>
        </p:nvSpPr>
        <p:spPr>
          <a:xfrm>
            <a:off x="1997659" y="4295775"/>
            <a:ext cx="209550" cy="381000"/>
          </a:xfrm>
          <a:prstGeom prst="rect">
            <a:avLst/>
          </a:prstGeom>
          <a:noFill/>
          <a:ln w="0">
            <a:noFill/>
            <a:prstDash val="solid"/>
          </a:ln>
        </p:spPr>
        <p:txBody>
          <a:bodyPr wrap="square" lIns="0" tIns="0" rIns="0" bIns="0">
            <a:noAutofit/>
          </a:bodyPr>
          <a:lstStyle>
            <a:defPPr algn="ctr">
              <a:defRPr sz="2100" b="1">
                <a:solidFill>
                  <a:srgbClr val="990B22"/>
                </a:solidFill>
                <a:latin typeface="Noto Serif CJK SC"/>
                <a:ea typeface="Noto Serif CJK SC"/>
                <a:cs typeface="Noto Serif CJK SC"/>
              </a:defRPr>
            </a:defPPr>
            <a:lvl1pPr algn="ctr">
              <a:defRPr sz="2100" b="1">
                <a:solidFill>
                  <a:srgbClr val="990B22"/>
                </a:solidFill>
                <a:latin typeface="Noto Serif CJK SC"/>
                <a:ea typeface="Noto Serif CJK SC"/>
                <a:cs typeface="Noto Serif CJK SC"/>
              </a:defRPr>
            </a:lvl1pPr>
            <a:lvl2pPr algn="ctr">
              <a:defRPr sz="2100" b="1">
                <a:solidFill>
                  <a:srgbClr val="990B22"/>
                </a:solidFill>
                <a:latin typeface="Noto Serif CJK SC"/>
                <a:ea typeface="Noto Serif CJK SC"/>
                <a:cs typeface="Noto Serif CJK SC"/>
              </a:defRPr>
            </a:lvl2pPr>
            <a:lvl3pPr algn="ctr">
              <a:defRPr sz="2100" b="1">
                <a:solidFill>
                  <a:srgbClr val="990B22"/>
                </a:solidFill>
                <a:latin typeface="Noto Serif CJK SC"/>
                <a:ea typeface="Noto Serif CJK SC"/>
                <a:cs typeface="Noto Serif CJK SC"/>
              </a:defRPr>
            </a:lvl3pPr>
            <a:lvl4pPr algn="ctr">
              <a:defRPr sz="2100" b="1">
                <a:solidFill>
                  <a:srgbClr val="990B22"/>
                </a:solidFill>
                <a:latin typeface="Noto Serif CJK SC"/>
                <a:ea typeface="Noto Serif CJK SC"/>
                <a:cs typeface="Noto Serif CJK SC"/>
              </a:defRPr>
            </a:lvl4pPr>
            <a:lvl5pPr algn="ctr">
              <a:defRPr sz="2100" b="1">
                <a:solidFill>
                  <a:srgbClr val="990B22"/>
                </a:solidFill>
                <a:latin typeface="Noto Serif CJK SC"/>
                <a:ea typeface="Noto Serif CJK SC"/>
                <a:cs typeface="Noto Serif CJK SC"/>
              </a:defRPr>
            </a:lvl5pPr>
            <a:lvl6pPr algn="ctr">
              <a:defRPr sz="2100" b="1">
                <a:solidFill>
                  <a:srgbClr val="990B22"/>
                </a:solidFill>
                <a:latin typeface="Noto Serif CJK SC"/>
                <a:ea typeface="Noto Serif CJK SC"/>
                <a:cs typeface="Noto Serif CJK SC"/>
              </a:defRPr>
            </a:lvl6pPr>
            <a:lvl7pPr algn="ctr">
              <a:defRPr sz="2100" b="1">
                <a:solidFill>
                  <a:srgbClr val="990B22"/>
                </a:solidFill>
                <a:latin typeface="Noto Serif CJK SC"/>
                <a:ea typeface="Noto Serif CJK SC"/>
                <a:cs typeface="Noto Serif CJK SC"/>
              </a:defRPr>
            </a:lvl7pPr>
            <a:lvl8pPr algn="ctr">
              <a:defRPr sz="2100" b="1">
                <a:solidFill>
                  <a:srgbClr val="990B22"/>
                </a:solidFill>
                <a:latin typeface="Noto Serif CJK SC"/>
                <a:ea typeface="Noto Serif CJK SC"/>
                <a:cs typeface="Noto Serif CJK SC"/>
              </a:defRPr>
            </a:lvl8pPr>
            <a:lvl9pPr algn="ctr">
              <a:defRPr sz="2100" b="1">
                <a:solidFill>
                  <a:srgbClr val="990B22"/>
                </a:solidFill>
                <a:latin typeface="Noto Serif CJK SC"/>
                <a:ea typeface="Noto Serif CJK SC"/>
                <a:cs typeface="Noto Serif CJK SC"/>
              </a:defRPr>
            </a:lvl9pPr>
          </a:lstStyle>
          <a:p>
            <a:pPr algn="ctr">
              <a:lnSpc>
                <a:spcPct val="112000"/>
              </a:lnSpc>
              <a:buNone/>
              <a:defRPr sz="2100" b="1">
                <a:solidFill>
                  <a:srgbClr val="990B22"/>
                </a:solidFill>
                <a:latin typeface="Noto Serif CJK SC"/>
                <a:ea typeface="Noto Serif CJK SC"/>
                <a:cs typeface="Noto Serif CJK SC"/>
              </a:defRPr>
            </a:pPr>
            <a:r>
              <a:rPr sz="1890" b="1">
                <a:solidFill>
                  <a:srgbClr val="990B22"/>
                </a:solidFill>
                <a:latin typeface="Noto Serif CJK SC"/>
                <a:ea typeface="Noto Serif CJK SC"/>
                <a:cs typeface="Noto Serif CJK SC"/>
              </a:rPr>
              <a:t>4</a:t>
            </a:r>
            <a:endParaRPr sz="1890" b="1">
              <a:solidFill>
                <a:srgbClr val="990B22"/>
              </a:solidFill>
              <a:latin typeface="Noto Serif CJK SC"/>
              <a:ea typeface="Noto Serif CJK SC"/>
              <a:cs typeface="Noto Serif CJK SC"/>
            </a:endParaRPr>
          </a:p>
        </p:txBody>
      </p:sp>
      <p:sp>
        <p:nvSpPr>
          <p:cNvPr id="29" name="text-28"/>
          <p:cNvSpPr>
            <a:spLocks noGrp="1"/>
          </p:cNvSpPr>
          <p:nvPr/>
        </p:nvSpPr>
        <p:spPr>
          <a:xfrm>
            <a:off x="2441905" y="4305300"/>
            <a:ext cx="3319272" cy="447675"/>
          </a:xfrm>
          <a:prstGeom prst="rect">
            <a:avLst/>
          </a:prstGeom>
          <a:noFill/>
          <a:ln w="0">
            <a:noFill/>
            <a:prstDash val="solid"/>
          </a:ln>
        </p:spPr>
        <p:txBody>
          <a:bodyPr wrap="square" lIns="0" tIns="0" rIns="0" bIns="0">
            <a:noAutofit/>
          </a:bodyPr>
          <a:lstStyle>
            <a:defPPr algn="l">
              <a:defRPr sz="2475" b="1">
                <a:solidFill>
                  <a:srgbClr val="FFFFFF"/>
                </a:solidFill>
                <a:latin typeface="Noto Serif CJK SC"/>
                <a:ea typeface="Noto Serif CJK SC"/>
                <a:cs typeface="Noto Serif CJK SC"/>
              </a:defRPr>
            </a:defPPr>
            <a:lvl1pPr algn="l">
              <a:defRPr sz="2475" b="1">
                <a:solidFill>
                  <a:srgbClr val="FFFFFF"/>
                </a:solidFill>
                <a:latin typeface="Noto Serif CJK SC"/>
                <a:ea typeface="Noto Serif CJK SC"/>
                <a:cs typeface="Noto Serif CJK SC"/>
              </a:defRPr>
            </a:lvl1pPr>
            <a:lvl2pPr algn="l">
              <a:defRPr sz="2475" b="1">
                <a:solidFill>
                  <a:srgbClr val="FFFFFF"/>
                </a:solidFill>
                <a:latin typeface="Noto Serif CJK SC"/>
                <a:ea typeface="Noto Serif CJK SC"/>
                <a:cs typeface="Noto Serif CJK SC"/>
              </a:defRPr>
            </a:lvl2pPr>
            <a:lvl3pPr algn="l">
              <a:defRPr sz="2475" b="1">
                <a:solidFill>
                  <a:srgbClr val="FFFFFF"/>
                </a:solidFill>
                <a:latin typeface="Noto Serif CJK SC"/>
                <a:ea typeface="Noto Serif CJK SC"/>
                <a:cs typeface="Noto Serif CJK SC"/>
              </a:defRPr>
            </a:lvl3pPr>
            <a:lvl4pPr algn="l">
              <a:defRPr sz="2475" b="1">
                <a:solidFill>
                  <a:srgbClr val="FFFFFF"/>
                </a:solidFill>
                <a:latin typeface="Noto Serif CJK SC"/>
                <a:ea typeface="Noto Serif CJK SC"/>
                <a:cs typeface="Noto Serif CJK SC"/>
              </a:defRPr>
            </a:lvl4pPr>
            <a:lvl5pPr algn="l">
              <a:defRPr sz="2475" b="1">
                <a:solidFill>
                  <a:srgbClr val="FFFFFF"/>
                </a:solidFill>
                <a:latin typeface="Noto Serif CJK SC"/>
                <a:ea typeface="Noto Serif CJK SC"/>
                <a:cs typeface="Noto Serif CJK SC"/>
              </a:defRPr>
            </a:lvl5pPr>
            <a:lvl6pPr algn="l">
              <a:defRPr sz="2475" b="1">
                <a:solidFill>
                  <a:srgbClr val="FFFFFF"/>
                </a:solidFill>
                <a:latin typeface="Noto Serif CJK SC"/>
                <a:ea typeface="Noto Serif CJK SC"/>
                <a:cs typeface="Noto Serif CJK SC"/>
              </a:defRPr>
            </a:lvl6pPr>
            <a:lvl7pPr algn="l">
              <a:defRPr sz="2475" b="1">
                <a:solidFill>
                  <a:srgbClr val="FFFFFF"/>
                </a:solidFill>
                <a:latin typeface="Noto Serif CJK SC"/>
                <a:ea typeface="Noto Serif CJK SC"/>
                <a:cs typeface="Noto Serif CJK SC"/>
              </a:defRPr>
            </a:lvl7pPr>
            <a:lvl8pPr algn="l">
              <a:defRPr sz="2475" b="1">
                <a:solidFill>
                  <a:srgbClr val="FFFFFF"/>
                </a:solidFill>
                <a:latin typeface="Noto Serif CJK SC"/>
                <a:ea typeface="Noto Serif CJK SC"/>
                <a:cs typeface="Noto Serif CJK SC"/>
              </a:defRPr>
            </a:lvl8pPr>
            <a:lvl9pPr algn="l">
              <a:defRPr sz="2475" b="1">
                <a:solidFill>
                  <a:srgbClr val="FFFFFF"/>
                </a:solidFill>
                <a:latin typeface="Noto Serif CJK SC"/>
                <a:ea typeface="Noto Serif CJK SC"/>
                <a:cs typeface="Noto Serif CJK SC"/>
              </a:defRPr>
            </a:lvl9pPr>
          </a:lstStyle>
          <a:p>
            <a:pPr algn="l">
              <a:lnSpc>
                <a:spcPct val="112000"/>
              </a:lnSpc>
              <a:buNone/>
              <a:defRPr sz="2475" b="1">
                <a:solidFill>
                  <a:srgbClr val="FFFFFF"/>
                </a:solidFill>
                <a:latin typeface="Noto Serif CJK SC"/>
                <a:ea typeface="Noto Serif CJK SC"/>
                <a:cs typeface="Noto Serif CJK SC"/>
              </a:defRPr>
            </a:pPr>
            <a:r>
              <a:rPr sz="2225" b="1">
                <a:solidFill>
                  <a:srgbClr val="FFFFFF"/>
                </a:solidFill>
                <a:latin typeface="Noto Serif CJK SC"/>
                <a:ea typeface="Noto Serif CJK SC"/>
                <a:cs typeface="Noto Serif CJK SC"/>
              </a:rPr>
              <a:t>应用</a:t>
            </a:r>
            <a:endParaRPr sz="2225" b="1">
              <a:solidFill>
                <a:srgbClr val="FFFFFF"/>
              </a:solidFill>
              <a:latin typeface="Noto Serif CJK SC"/>
              <a:ea typeface="Noto Serif CJK SC"/>
              <a:cs typeface="Noto Serif CJK SC"/>
            </a:endParaRPr>
          </a:p>
        </p:txBody>
      </p:sp>
      <p:sp>
        <p:nvSpPr>
          <p:cNvPr id="30" name="text-29"/>
          <p:cNvSpPr>
            <a:spLocks noGrp="1"/>
          </p:cNvSpPr>
          <p:nvPr/>
        </p:nvSpPr>
        <p:spPr>
          <a:xfrm>
            <a:off x="1980895" y="4991100"/>
            <a:ext cx="3813810" cy="952500"/>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spcAft>
                <a:spcPts val="0"/>
              </a:spcAft>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调查研究为交通、教育、行政和资源开发提供依据。</a:t>
            </a:r>
            <a:endParaRPr sz="1890" b="0">
              <a:solidFill>
                <a:srgbClr val="333333"/>
              </a:solidFill>
              <a:latin typeface="Noto Serif CJK SC"/>
              <a:ea typeface="Noto Serif CJK SC"/>
              <a:cs typeface="Noto Serif CJK SC"/>
            </a:endParaRPr>
          </a:p>
        </p:txBody>
      </p:sp>
      <p:sp>
        <p:nvSpPr>
          <p:cNvPr id="34" name="Rectangle 33"/>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5" name="TextBox 34"/>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36" name="TextBox 35"/>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
        <p:nvSpPr>
          <p:cNvPr id="37" name="Rectangle 36"/>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8" name="TextBox 37"/>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39" name="Rectangle 38"/>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0" name="Rectangle 39"/>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2" name="Rectangle 41"/>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3" name="Rectangle 42"/>
          <p:cNvSpPr/>
          <p:nvPr/>
        </p:nvSpPr>
        <p:spPr>
          <a:xfrm>
            <a:off x="0" y="397763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4" name="TextBox 43"/>
          <p:cNvSpPr txBox="1"/>
          <p:nvPr/>
        </p:nvSpPr>
        <p:spPr>
          <a:xfrm>
            <a:off x="109728" y="411480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srgbClr val="990B22"/>
                </a:solidFill>
                <a:latin typeface="Noto Serif CJK SC"/>
                <a:ea typeface="Noto Serif CJK SC"/>
                <a:cs typeface="Noto Serif CJK SC"/>
              </a:rPr>
              <a:t>边政研究</a:t>
            </a:r>
            <a:endParaRPr>
              <a:latin typeface="Noto Serif CJK SC"/>
              <a:ea typeface="Noto Serif CJK SC"/>
            </a:endParaRPr>
          </a:p>
        </p:txBody>
      </p:sp>
      <p:sp>
        <p:nvSpPr>
          <p:cNvPr id="45" name="Rectangle 44"/>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6" name="Rectangle 45"/>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7" name="TextBox 46"/>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民族政策</a:t>
            </a:r>
            <a:endParaRPr>
              <a:latin typeface="Noto Serif CJK SC"/>
              <a:ea typeface="Noto Serif CJK SC"/>
            </a:endParaRPr>
          </a:p>
        </p:txBody>
      </p:sp>
      <p:sp>
        <p:nvSpPr>
          <p:cNvPr id="48" name="Rectangle 47"/>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9" name="Rectangle 48"/>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50" name="TextBox 49"/>
          <p:cNvSpPr txBox="1"/>
          <p:nvPr/>
        </p:nvSpPr>
        <p:spPr>
          <a:xfrm>
            <a:off x="109728" y="530352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学习总结</a:t>
            </a:r>
            <a:endParaRPr>
              <a:latin typeface="Noto Serif CJK SC"/>
              <a:ea typeface="Noto Serif CJK SC"/>
            </a:endParaRPr>
          </a:p>
        </p:txBody>
      </p:sp>
      <p:sp>
        <p:nvSpPr>
          <p:cNvPr id="51" name="Rectangle 50"/>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52" name="TextBox 51"/>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53" name="Rectangle 52"/>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54" name="Rectangle 53"/>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55" name="TextBox 54"/>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17</a:t>
            </a:r>
            <a:endParaRPr>
              <a:latin typeface="Noto Serif CJK SC"/>
              <a:ea typeface="Noto Serif CJK SC"/>
              <a:cs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边疆</a:t>
            </a:r>
            <a:r>
              <a:rPr lang="zh-CN" sz="1500" b="0">
                <a:solidFill>
                  <a:srgbClr val="FFFFFF"/>
                </a:solidFill>
                <a:latin typeface="Noto Serif CJK SC"/>
                <a:ea typeface="Noto Serif CJK SC"/>
                <a:cs typeface="Noto Serif CJK SC"/>
              </a:rPr>
              <a:t>形势</a:t>
            </a:r>
            <a:endParaRPr lang="en-US">
              <a:latin typeface="Noto Serif CJK SC"/>
              <a:ea typeface="Noto Serif CJK SC"/>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边疆观念的转变</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905" y="1752600"/>
            <a:ext cx="9797415" cy="4180205"/>
          </a:xfrm>
          <a:prstGeom prst="roundRect">
            <a:avLst>
              <a:gd name="adj" fmla="val 4324"/>
            </a:avLst>
          </a:prstGeom>
          <a:solidFill>
            <a:srgbClr val="F8EEF0"/>
          </a:solidFill>
          <a:ln w="28575">
            <a:solidFill>
              <a:srgbClr val="990B22"/>
            </a:solidFill>
            <a:prstDash val="solid"/>
          </a:ln>
        </p:spPr>
        <p:txBody>
          <a:bodyPr lIns="80467" rIns="80467"/>
          <a:p>
            <a:endParaRPr>
              <a:latin typeface="Noto Serif CJK SC"/>
              <a:ea typeface="Noto Serif CJK SC"/>
            </a:endParaRPr>
          </a:p>
        </p:txBody>
      </p:sp>
      <p:sp>
        <p:nvSpPr>
          <p:cNvPr id="8" name="frame-7"/>
          <p:cNvSpPr>
            <a:spLocks noGrp="1"/>
          </p:cNvSpPr>
          <p:nvPr/>
        </p:nvSpPr>
        <p:spPr>
          <a:xfrm>
            <a:off x="1779905" y="1752600"/>
            <a:ext cx="146050" cy="141287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9" name="text-8"/>
          <p:cNvSpPr>
            <a:spLocks noGrp="1"/>
          </p:cNvSpPr>
          <p:nvPr/>
        </p:nvSpPr>
        <p:spPr>
          <a:xfrm>
            <a:off x="1989277" y="2009775"/>
            <a:ext cx="5180076" cy="619125"/>
          </a:xfrm>
          <a:prstGeom prst="rect">
            <a:avLst/>
          </a:prstGeom>
          <a:noFill/>
          <a:ln w="0">
            <a:noFill/>
            <a:prstDash val="solid"/>
          </a:ln>
        </p:spPr>
        <p:txBody>
          <a:bodyPr wrap="square" lIns="0" tIns="0" rIns="0" bIns="0">
            <a:noAutofit/>
          </a:bodyPr>
          <a:lstStyle>
            <a:defPPr algn="l">
              <a:defRPr sz="2850" b="1">
                <a:solidFill>
                  <a:srgbClr val="990B22"/>
                </a:solidFill>
                <a:latin typeface="Noto Serif CJK SC"/>
                <a:ea typeface="Noto Serif CJK SC"/>
                <a:cs typeface="Noto Serif CJK SC"/>
              </a:defRPr>
            </a:defPPr>
            <a:lvl1pPr algn="l">
              <a:defRPr sz="2850" b="1">
                <a:solidFill>
                  <a:srgbClr val="990B22"/>
                </a:solidFill>
                <a:latin typeface="Noto Serif CJK SC"/>
                <a:ea typeface="Noto Serif CJK SC"/>
                <a:cs typeface="Noto Serif CJK SC"/>
              </a:defRPr>
            </a:lvl1pPr>
            <a:lvl2pPr algn="l">
              <a:defRPr sz="2850" b="1">
                <a:solidFill>
                  <a:srgbClr val="990B22"/>
                </a:solidFill>
                <a:latin typeface="Noto Serif CJK SC"/>
                <a:ea typeface="Noto Serif CJK SC"/>
                <a:cs typeface="Noto Serif CJK SC"/>
              </a:defRPr>
            </a:lvl2pPr>
            <a:lvl3pPr algn="l">
              <a:defRPr sz="2850" b="1">
                <a:solidFill>
                  <a:srgbClr val="990B22"/>
                </a:solidFill>
                <a:latin typeface="Noto Serif CJK SC"/>
                <a:ea typeface="Noto Serif CJK SC"/>
                <a:cs typeface="Noto Serif CJK SC"/>
              </a:defRPr>
            </a:lvl3pPr>
            <a:lvl4pPr algn="l">
              <a:defRPr sz="2850" b="1">
                <a:solidFill>
                  <a:srgbClr val="990B22"/>
                </a:solidFill>
                <a:latin typeface="Noto Serif CJK SC"/>
                <a:ea typeface="Noto Serif CJK SC"/>
                <a:cs typeface="Noto Serif CJK SC"/>
              </a:defRPr>
            </a:lvl4pPr>
            <a:lvl5pPr algn="l">
              <a:defRPr sz="2850" b="1">
                <a:solidFill>
                  <a:srgbClr val="990B22"/>
                </a:solidFill>
                <a:latin typeface="Noto Serif CJK SC"/>
                <a:ea typeface="Noto Serif CJK SC"/>
                <a:cs typeface="Noto Serif CJK SC"/>
              </a:defRPr>
            </a:lvl5pPr>
            <a:lvl6pPr algn="l">
              <a:defRPr sz="2850" b="1">
                <a:solidFill>
                  <a:srgbClr val="990B22"/>
                </a:solidFill>
                <a:latin typeface="Noto Serif CJK SC"/>
                <a:ea typeface="Noto Serif CJK SC"/>
                <a:cs typeface="Noto Serif CJK SC"/>
              </a:defRPr>
            </a:lvl6pPr>
            <a:lvl7pPr algn="l">
              <a:defRPr sz="2850" b="1">
                <a:solidFill>
                  <a:srgbClr val="990B22"/>
                </a:solidFill>
                <a:latin typeface="Noto Serif CJK SC"/>
                <a:ea typeface="Noto Serif CJK SC"/>
                <a:cs typeface="Noto Serif CJK SC"/>
              </a:defRPr>
            </a:lvl7pPr>
            <a:lvl8pPr algn="l">
              <a:defRPr sz="2850" b="1">
                <a:solidFill>
                  <a:srgbClr val="990B22"/>
                </a:solidFill>
                <a:latin typeface="Noto Serif CJK SC"/>
                <a:ea typeface="Noto Serif CJK SC"/>
                <a:cs typeface="Noto Serif CJK SC"/>
              </a:defRPr>
            </a:lvl8pPr>
            <a:lvl9pPr algn="l">
              <a:defRPr sz="2850" b="1">
                <a:solidFill>
                  <a:srgbClr val="990B22"/>
                </a:solidFill>
                <a:latin typeface="Noto Serif CJK SC"/>
                <a:ea typeface="Noto Serif CJK SC"/>
                <a:cs typeface="Noto Serif CJK SC"/>
              </a:defRPr>
            </a:lvl9pPr>
          </a:lstStyle>
          <a:p>
            <a:pPr algn="l">
              <a:lnSpc>
                <a:spcPct val="112000"/>
              </a:lnSpc>
              <a:buNone/>
              <a:defRPr sz="2850" b="1">
                <a:solidFill>
                  <a:srgbClr val="990B22"/>
                </a:solidFill>
                <a:latin typeface="Noto Serif CJK SC"/>
                <a:ea typeface="Noto Serif CJK SC"/>
                <a:cs typeface="Noto Serif CJK SC"/>
              </a:defRPr>
            </a:pPr>
            <a:r>
              <a:rPr sz="2565" b="1">
                <a:solidFill>
                  <a:srgbClr val="990B22"/>
                </a:solidFill>
                <a:latin typeface="Noto Serif CJK SC"/>
                <a:ea typeface="Noto Serif CJK SC"/>
                <a:cs typeface="Noto Serif CJK SC"/>
              </a:rPr>
              <a:t>“我们的边疆，</a:t>
            </a:r>
            <a:endParaRPr sz="2565" b="1">
              <a:solidFill>
                <a:srgbClr val="990B22"/>
              </a:solidFill>
              <a:latin typeface="Noto Serif CJK SC"/>
              <a:ea typeface="Noto Serif CJK SC"/>
              <a:cs typeface="Noto Serif CJK SC"/>
            </a:endParaRPr>
          </a:p>
        </p:txBody>
      </p:sp>
      <p:sp>
        <p:nvSpPr>
          <p:cNvPr id="10" name="text-9"/>
          <p:cNvSpPr>
            <a:spLocks noGrp="1"/>
          </p:cNvSpPr>
          <p:nvPr/>
        </p:nvSpPr>
        <p:spPr>
          <a:xfrm>
            <a:off x="1989455" y="2609850"/>
            <a:ext cx="9064625" cy="496570"/>
          </a:xfrm>
          <a:prstGeom prst="rect">
            <a:avLst/>
          </a:prstGeom>
          <a:noFill/>
          <a:ln w="0">
            <a:noFill/>
            <a:prstDash val="solid"/>
          </a:ln>
        </p:spPr>
        <p:txBody>
          <a:bodyPr wrap="square" lIns="0" tIns="0" rIns="0" bIns="0">
            <a:noAutofit/>
          </a:bodyPr>
          <a:lstStyle>
            <a:defPPr algn="l">
              <a:defRPr sz="2850" b="1">
                <a:solidFill>
                  <a:srgbClr val="990B22"/>
                </a:solidFill>
                <a:latin typeface="Noto Serif CJK SC"/>
                <a:ea typeface="Noto Serif CJK SC"/>
                <a:cs typeface="Noto Serif CJK SC"/>
              </a:defRPr>
            </a:defPPr>
            <a:lvl1pPr algn="l">
              <a:defRPr sz="2850" b="1">
                <a:solidFill>
                  <a:srgbClr val="990B22"/>
                </a:solidFill>
                <a:latin typeface="Noto Serif CJK SC"/>
                <a:ea typeface="Noto Serif CJK SC"/>
                <a:cs typeface="Noto Serif CJK SC"/>
              </a:defRPr>
            </a:lvl1pPr>
            <a:lvl2pPr algn="l">
              <a:defRPr sz="2850" b="1">
                <a:solidFill>
                  <a:srgbClr val="990B22"/>
                </a:solidFill>
                <a:latin typeface="Noto Serif CJK SC"/>
                <a:ea typeface="Noto Serif CJK SC"/>
                <a:cs typeface="Noto Serif CJK SC"/>
              </a:defRPr>
            </a:lvl2pPr>
            <a:lvl3pPr algn="l">
              <a:defRPr sz="2850" b="1">
                <a:solidFill>
                  <a:srgbClr val="990B22"/>
                </a:solidFill>
                <a:latin typeface="Noto Serif CJK SC"/>
                <a:ea typeface="Noto Serif CJK SC"/>
                <a:cs typeface="Noto Serif CJK SC"/>
              </a:defRPr>
            </a:lvl3pPr>
            <a:lvl4pPr algn="l">
              <a:defRPr sz="2850" b="1">
                <a:solidFill>
                  <a:srgbClr val="990B22"/>
                </a:solidFill>
                <a:latin typeface="Noto Serif CJK SC"/>
                <a:ea typeface="Noto Serif CJK SC"/>
                <a:cs typeface="Noto Serif CJK SC"/>
              </a:defRPr>
            </a:lvl4pPr>
            <a:lvl5pPr algn="l">
              <a:defRPr sz="2850" b="1">
                <a:solidFill>
                  <a:srgbClr val="990B22"/>
                </a:solidFill>
                <a:latin typeface="Noto Serif CJK SC"/>
                <a:ea typeface="Noto Serif CJK SC"/>
                <a:cs typeface="Noto Serif CJK SC"/>
              </a:defRPr>
            </a:lvl5pPr>
            <a:lvl6pPr algn="l">
              <a:defRPr sz="2850" b="1">
                <a:solidFill>
                  <a:srgbClr val="990B22"/>
                </a:solidFill>
                <a:latin typeface="Noto Serif CJK SC"/>
                <a:ea typeface="Noto Serif CJK SC"/>
                <a:cs typeface="Noto Serif CJK SC"/>
              </a:defRPr>
            </a:lvl6pPr>
            <a:lvl7pPr algn="l">
              <a:defRPr sz="2850" b="1">
                <a:solidFill>
                  <a:srgbClr val="990B22"/>
                </a:solidFill>
                <a:latin typeface="Noto Serif CJK SC"/>
                <a:ea typeface="Noto Serif CJK SC"/>
                <a:cs typeface="Noto Serif CJK SC"/>
              </a:defRPr>
            </a:lvl7pPr>
            <a:lvl8pPr algn="l">
              <a:defRPr sz="2850" b="1">
                <a:solidFill>
                  <a:srgbClr val="990B22"/>
                </a:solidFill>
                <a:latin typeface="Noto Serif CJK SC"/>
                <a:ea typeface="Noto Serif CJK SC"/>
                <a:cs typeface="Noto Serif CJK SC"/>
              </a:defRPr>
            </a:lvl8pPr>
            <a:lvl9pPr algn="l">
              <a:defRPr sz="2850" b="1">
                <a:solidFill>
                  <a:srgbClr val="990B22"/>
                </a:solidFill>
                <a:latin typeface="Noto Serif CJK SC"/>
                <a:ea typeface="Noto Serif CJK SC"/>
                <a:cs typeface="Noto Serif CJK SC"/>
              </a:defRPr>
            </a:lvl9pPr>
          </a:lstStyle>
          <a:p>
            <a:pPr algn="l">
              <a:lnSpc>
                <a:spcPct val="112000"/>
              </a:lnSpc>
              <a:buNone/>
              <a:defRPr sz="2850" b="1">
                <a:solidFill>
                  <a:srgbClr val="990B22"/>
                </a:solidFill>
                <a:latin typeface="Noto Serif CJK SC"/>
                <a:ea typeface="Noto Serif CJK SC"/>
                <a:cs typeface="Noto Serif CJK SC"/>
              </a:defRPr>
            </a:pPr>
            <a:r>
              <a:rPr sz="2565" b="1">
                <a:solidFill>
                  <a:srgbClr val="990B22"/>
                </a:solidFill>
                <a:latin typeface="Noto Serif CJK SC"/>
                <a:ea typeface="Noto Serif CJK SC"/>
                <a:cs typeface="Noto Serif CJK SC"/>
              </a:rPr>
              <a:t>是我国土地的一部分”</a:t>
            </a:r>
            <a:endParaRPr sz="2565" b="1">
              <a:solidFill>
                <a:srgbClr val="990B22"/>
              </a:solidFill>
              <a:latin typeface="Noto Serif CJK SC"/>
              <a:ea typeface="Noto Serif CJK SC"/>
              <a:cs typeface="Noto Serif CJK SC"/>
            </a:endParaRPr>
          </a:p>
        </p:txBody>
      </p:sp>
      <p:sp>
        <p:nvSpPr>
          <p:cNvPr id="12" name="text-11"/>
          <p:cNvSpPr>
            <a:spLocks noGrp="1"/>
          </p:cNvSpPr>
          <p:nvPr/>
        </p:nvSpPr>
        <p:spPr>
          <a:xfrm>
            <a:off x="1991360" y="3501390"/>
            <a:ext cx="8928735" cy="2038350"/>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spcAft>
                <a:spcPts val="0"/>
              </a:spcAft>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将边疆民众视为国家共同体的成员，反对把边疆简单看作荒僻落后之地。边政研究的范围也扩展到政治、经济、语言和社会生活。这种观念转变，使民族平等及边疆建设成为公共讨论的一部分。</a:t>
            </a:r>
            <a:endParaRPr sz="1890" b="0">
              <a:solidFill>
                <a:srgbClr val="333333"/>
              </a:solidFill>
              <a:latin typeface="Noto Serif CJK SC"/>
              <a:ea typeface="Noto Serif CJK SC"/>
              <a:cs typeface="Noto Serif CJK SC"/>
            </a:endParaRPr>
          </a:p>
        </p:txBody>
      </p:sp>
      <p:sp>
        <p:nvSpPr>
          <p:cNvPr id="17" name="Rectangle 16"/>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8" name="TextBox 17"/>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19" name="TextBox 18"/>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
        <p:nvSpPr>
          <p:cNvPr id="20" name="Rectangle 19"/>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1" name="TextBox 20"/>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22" name="Rectangle 21"/>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3" name="Rectangle 22"/>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5" name="Rectangle 24"/>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Rectangle 25"/>
          <p:cNvSpPr/>
          <p:nvPr/>
        </p:nvSpPr>
        <p:spPr>
          <a:xfrm>
            <a:off x="0" y="397763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7" name="TextBox 26"/>
          <p:cNvSpPr txBox="1"/>
          <p:nvPr/>
        </p:nvSpPr>
        <p:spPr>
          <a:xfrm>
            <a:off x="109728" y="411480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srgbClr val="990B22"/>
                </a:solidFill>
                <a:latin typeface="Noto Serif CJK SC"/>
                <a:ea typeface="Noto Serif CJK SC"/>
                <a:cs typeface="Noto Serif CJK SC"/>
              </a:rPr>
              <a:t>边政研究</a:t>
            </a:r>
            <a:endParaRPr>
              <a:latin typeface="Noto Serif CJK SC"/>
              <a:ea typeface="Noto Serif CJK SC"/>
            </a:endParaRPr>
          </a:p>
        </p:txBody>
      </p:sp>
      <p:sp>
        <p:nvSpPr>
          <p:cNvPr id="28" name="Rectangle 27"/>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Rectangle 28"/>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0" name="TextBox 29"/>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民族政策</a:t>
            </a:r>
            <a:endParaRPr>
              <a:latin typeface="Noto Serif CJK SC"/>
              <a:ea typeface="Noto Serif CJK SC"/>
            </a:endParaRPr>
          </a:p>
        </p:txBody>
      </p:sp>
      <p:sp>
        <p:nvSpPr>
          <p:cNvPr id="31" name="Rectangle 30"/>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2" name="Rectangle 31"/>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4" name="Rectangle 33"/>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TextBox 34"/>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36" name="Rectangle 35"/>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7" name="Rectangle 36"/>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8" name="TextBox 37"/>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18</a:t>
            </a:r>
            <a:endParaRPr>
              <a:latin typeface="Noto Serif CJK SC"/>
              <a:ea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边疆</a:t>
            </a:r>
            <a:r>
              <a:rPr lang="zh-CN" sz="1500" b="0">
                <a:solidFill>
                  <a:srgbClr val="FFFFFF"/>
                </a:solidFill>
                <a:latin typeface="Noto Serif CJK SC"/>
                <a:ea typeface="Noto Serif CJK SC"/>
                <a:cs typeface="Noto Serif CJK SC"/>
              </a:rPr>
              <a:t>形势</a:t>
            </a:r>
            <a:endParaRPr lang="en-US">
              <a:latin typeface="Noto Serif CJK SC"/>
              <a:ea typeface="Noto Serif CJK SC"/>
            </a:endParaRPr>
          </a:p>
        </p:txBody>
      </p:sp>
      <p:sp>
        <p:nvSpPr>
          <p:cNvPr id="39"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a:t>
            </a:r>
            <a:r>
              <a:rPr lang="zh-CN" sz="1500" b="0">
                <a:solidFill>
                  <a:srgbClr val="FFFFFF"/>
                </a:solidFill>
                <a:latin typeface="Noto Serif CJK SC"/>
                <a:ea typeface="Noto Serif CJK SC"/>
                <a:cs typeface="Noto Serif CJK SC"/>
              </a:rPr>
              <a:t>总结</a:t>
            </a:r>
            <a:endParaRPr lang="zh-CN">
              <a:latin typeface="Noto Serif CJK SC"/>
              <a:ea typeface="Noto Serif CJK SC"/>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边政研究的贡献与局限</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905000"/>
            <a:ext cx="4559808" cy="3267075"/>
          </a:xfrm>
          <a:prstGeom prst="roundRect">
            <a:avLst>
              <a:gd name="adj" fmla="val 2332"/>
            </a:avLst>
          </a:prstGeom>
          <a:solidFill>
            <a:srgbClr val="FFFFFF"/>
          </a:solidFill>
          <a:ln w="25718">
            <a:solidFill>
              <a:srgbClr val="990B22"/>
            </a:solidFill>
            <a:prstDash val="solid"/>
          </a:ln>
        </p:spPr>
        <p:txBody>
          <a:bodyPr lIns="80467" rIns="80467"/>
          <a:p>
            <a:endParaRPr>
              <a:latin typeface="Noto Serif CJK SC"/>
              <a:ea typeface="Noto Serif CJK SC"/>
            </a:endParaRPr>
          </a:p>
        </p:txBody>
      </p:sp>
      <p:sp>
        <p:nvSpPr>
          <p:cNvPr id="8" name="frame-7"/>
          <p:cNvSpPr>
            <a:spLocks noGrp="1"/>
          </p:cNvSpPr>
          <p:nvPr/>
        </p:nvSpPr>
        <p:spPr>
          <a:xfrm>
            <a:off x="1779727" y="1905000"/>
            <a:ext cx="4559808" cy="647700"/>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9" name="text-8"/>
          <p:cNvSpPr>
            <a:spLocks noGrp="1"/>
          </p:cNvSpPr>
          <p:nvPr/>
        </p:nvSpPr>
        <p:spPr>
          <a:xfrm>
            <a:off x="1972513" y="2047875"/>
            <a:ext cx="4174236" cy="457200"/>
          </a:xfrm>
          <a:prstGeom prst="rect">
            <a:avLst/>
          </a:prstGeom>
          <a:noFill/>
          <a:ln w="0">
            <a:noFill/>
            <a:prstDash val="solid"/>
          </a:ln>
        </p:spPr>
        <p:txBody>
          <a:bodyPr wrap="square" lIns="0" tIns="0" rIns="0" bIns="0">
            <a:noAutofit/>
          </a:bodyPr>
          <a:lstStyle>
            <a:defPPr algn="l">
              <a:defRPr sz="2400" b="1">
                <a:solidFill>
                  <a:srgbClr val="FFFFFF"/>
                </a:solidFill>
                <a:latin typeface="Noto Serif CJK SC"/>
                <a:ea typeface="Noto Serif CJK SC"/>
                <a:cs typeface="Noto Serif CJK SC"/>
              </a:defRPr>
            </a:defPPr>
            <a:lvl1pPr algn="l">
              <a:defRPr sz="2400" b="1">
                <a:solidFill>
                  <a:srgbClr val="FFFFFF"/>
                </a:solidFill>
                <a:latin typeface="Noto Serif CJK SC"/>
                <a:ea typeface="Noto Serif CJK SC"/>
                <a:cs typeface="Noto Serif CJK SC"/>
              </a:defRPr>
            </a:lvl1pPr>
            <a:lvl2pPr algn="l">
              <a:defRPr sz="2400" b="1">
                <a:solidFill>
                  <a:srgbClr val="FFFFFF"/>
                </a:solidFill>
                <a:latin typeface="Noto Serif CJK SC"/>
                <a:ea typeface="Noto Serif CJK SC"/>
                <a:cs typeface="Noto Serif CJK SC"/>
              </a:defRPr>
            </a:lvl2pPr>
            <a:lvl3pPr algn="l">
              <a:defRPr sz="2400" b="1">
                <a:solidFill>
                  <a:srgbClr val="FFFFFF"/>
                </a:solidFill>
                <a:latin typeface="Noto Serif CJK SC"/>
                <a:ea typeface="Noto Serif CJK SC"/>
                <a:cs typeface="Noto Serif CJK SC"/>
              </a:defRPr>
            </a:lvl3pPr>
            <a:lvl4pPr algn="l">
              <a:defRPr sz="2400" b="1">
                <a:solidFill>
                  <a:srgbClr val="FFFFFF"/>
                </a:solidFill>
                <a:latin typeface="Noto Serif CJK SC"/>
                <a:ea typeface="Noto Serif CJK SC"/>
                <a:cs typeface="Noto Serif CJK SC"/>
              </a:defRPr>
            </a:lvl4pPr>
            <a:lvl5pPr algn="l">
              <a:defRPr sz="2400" b="1">
                <a:solidFill>
                  <a:srgbClr val="FFFFFF"/>
                </a:solidFill>
                <a:latin typeface="Noto Serif CJK SC"/>
                <a:ea typeface="Noto Serif CJK SC"/>
                <a:cs typeface="Noto Serif CJK SC"/>
              </a:defRPr>
            </a:lvl5pPr>
            <a:lvl6pPr algn="l">
              <a:defRPr sz="2400" b="1">
                <a:solidFill>
                  <a:srgbClr val="FFFFFF"/>
                </a:solidFill>
                <a:latin typeface="Noto Serif CJK SC"/>
                <a:ea typeface="Noto Serif CJK SC"/>
                <a:cs typeface="Noto Serif CJK SC"/>
              </a:defRPr>
            </a:lvl6pPr>
            <a:lvl7pPr algn="l">
              <a:defRPr sz="2400" b="1">
                <a:solidFill>
                  <a:srgbClr val="FFFFFF"/>
                </a:solidFill>
                <a:latin typeface="Noto Serif CJK SC"/>
                <a:ea typeface="Noto Serif CJK SC"/>
                <a:cs typeface="Noto Serif CJK SC"/>
              </a:defRPr>
            </a:lvl7pPr>
            <a:lvl8pPr algn="l">
              <a:defRPr sz="2400" b="1">
                <a:solidFill>
                  <a:srgbClr val="FFFFFF"/>
                </a:solidFill>
                <a:latin typeface="Noto Serif CJK SC"/>
                <a:ea typeface="Noto Serif CJK SC"/>
                <a:cs typeface="Noto Serif CJK SC"/>
              </a:defRPr>
            </a:lvl8pPr>
            <a:lvl9pPr algn="l">
              <a:defRPr sz="2400" b="1">
                <a:solidFill>
                  <a:srgbClr val="FFFFFF"/>
                </a:solidFill>
                <a:latin typeface="Noto Serif CJK SC"/>
                <a:ea typeface="Noto Serif CJK SC"/>
                <a:cs typeface="Noto Serif CJK SC"/>
              </a:defRPr>
            </a:lvl9pPr>
          </a:lstStyle>
          <a:p>
            <a:pPr algn="l">
              <a:lnSpc>
                <a:spcPct val="112000"/>
              </a:lnSpc>
              <a:buNone/>
              <a:defRPr sz="2400" b="1">
                <a:solidFill>
                  <a:srgbClr val="FFFFFF"/>
                </a:solidFill>
                <a:latin typeface="Noto Serif CJK SC"/>
                <a:ea typeface="Noto Serif CJK SC"/>
                <a:cs typeface="Noto Serif CJK SC"/>
              </a:defRPr>
            </a:pPr>
            <a:r>
              <a:rPr sz="2160" b="1">
                <a:solidFill>
                  <a:srgbClr val="FFFFFF"/>
                </a:solidFill>
                <a:latin typeface="Noto Serif CJK SC"/>
                <a:ea typeface="Noto Serif CJK SC"/>
                <a:cs typeface="Noto Serif CJK SC"/>
              </a:rPr>
              <a:t>贡献</a:t>
            </a:r>
            <a:endParaRPr sz="2160" b="1">
              <a:solidFill>
                <a:srgbClr val="FFFFFF"/>
              </a:solidFill>
              <a:latin typeface="Noto Serif CJK SC"/>
              <a:ea typeface="Noto Serif CJK SC"/>
              <a:cs typeface="Noto Serif CJK SC"/>
            </a:endParaRPr>
          </a:p>
        </p:txBody>
      </p:sp>
      <p:sp>
        <p:nvSpPr>
          <p:cNvPr id="10" name="text-9"/>
          <p:cNvSpPr>
            <a:spLocks noGrp="1"/>
          </p:cNvSpPr>
          <p:nvPr/>
        </p:nvSpPr>
        <p:spPr>
          <a:xfrm>
            <a:off x="1980895" y="2790825"/>
            <a:ext cx="4157472" cy="2219325"/>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spcAft>
                <a:spcPts val="0"/>
              </a:spcAft>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原书指出，边政研究推动了对政治、经济、语言、宗教和社会生活的调查，反思将边疆视为荒蛮之地的旧观念，为认识边疆积累材料。</a:t>
            </a:r>
            <a:endParaRPr sz="1890" b="0">
              <a:solidFill>
                <a:srgbClr val="333333"/>
              </a:solidFill>
              <a:latin typeface="Noto Serif CJK SC"/>
              <a:ea typeface="Noto Serif CJK SC"/>
              <a:cs typeface="Noto Serif CJK SC"/>
            </a:endParaRPr>
          </a:p>
        </p:txBody>
      </p:sp>
      <p:sp>
        <p:nvSpPr>
          <p:cNvPr id="11" name="frame-10"/>
          <p:cNvSpPr>
            <a:spLocks noGrp="1"/>
          </p:cNvSpPr>
          <p:nvPr/>
        </p:nvSpPr>
        <p:spPr>
          <a:xfrm>
            <a:off x="6875983" y="1905000"/>
            <a:ext cx="4559808" cy="3267075"/>
          </a:xfrm>
          <a:prstGeom prst="roundRect">
            <a:avLst>
              <a:gd name="adj" fmla="val 2332"/>
            </a:avLst>
          </a:prstGeom>
          <a:solidFill>
            <a:srgbClr val="FFFFFF"/>
          </a:solidFill>
          <a:ln w="25718">
            <a:solidFill>
              <a:srgbClr val="990B22"/>
            </a:solidFill>
            <a:prstDash val="solid"/>
          </a:ln>
        </p:spPr>
        <p:txBody>
          <a:bodyPr lIns="80467" rIns="80467"/>
          <a:p>
            <a:endParaRPr>
              <a:latin typeface="Noto Serif CJK SC"/>
              <a:ea typeface="Noto Serif CJK SC"/>
            </a:endParaRPr>
          </a:p>
        </p:txBody>
      </p:sp>
      <p:sp>
        <p:nvSpPr>
          <p:cNvPr id="12" name="frame-11"/>
          <p:cNvSpPr>
            <a:spLocks noGrp="1"/>
          </p:cNvSpPr>
          <p:nvPr/>
        </p:nvSpPr>
        <p:spPr>
          <a:xfrm>
            <a:off x="6875983" y="1905000"/>
            <a:ext cx="4559808" cy="647700"/>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3" name="text-12"/>
          <p:cNvSpPr>
            <a:spLocks noGrp="1"/>
          </p:cNvSpPr>
          <p:nvPr/>
        </p:nvSpPr>
        <p:spPr>
          <a:xfrm>
            <a:off x="7068769" y="2047875"/>
            <a:ext cx="4174236" cy="457200"/>
          </a:xfrm>
          <a:prstGeom prst="rect">
            <a:avLst/>
          </a:prstGeom>
          <a:noFill/>
          <a:ln w="0">
            <a:noFill/>
            <a:prstDash val="solid"/>
          </a:ln>
        </p:spPr>
        <p:txBody>
          <a:bodyPr wrap="square" lIns="0" tIns="0" rIns="0" bIns="0">
            <a:noAutofit/>
          </a:bodyPr>
          <a:lstStyle>
            <a:defPPr algn="l">
              <a:defRPr sz="2400" b="1">
                <a:solidFill>
                  <a:srgbClr val="FFFFFF"/>
                </a:solidFill>
                <a:latin typeface="Noto Serif CJK SC"/>
                <a:ea typeface="Noto Serif CJK SC"/>
                <a:cs typeface="Noto Serif CJK SC"/>
              </a:defRPr>
            </a:defPPr>
            <a:lvl1pPr algn="l">
              <a:defRPr sz="2400" b="1">
                <a:solidFill>
                  <a:srgbClr val="FFFFFF"/>
                </a:solidFill>
                <a:latin typeface="Noto Serif CJK SC"/>
                <a:ea typeface="Noto Serif CJK SC"/>
                <a:cs typeface="Noto Serif CJK SC"/>
              </a:defRPr>
            </a:lvl1pPr>
            <a:lvl2pPr algn="l">
              <a:defRPr sz="2400" b="1">
                <a:solidFill>
                  <a:srgbClr val="FFFFFF"/>
                </a:solidFill>
                <a:latin typeface="Noto Serif CJK SC"/>
                <a:ea typeface="Noto Serif CJK SC"/>
                <a:cs typeface="Noto Serif CJK SC"/>
              </a:defRPr>
            </a:lvl2pPr>
            <a:lvl3pPr algn="l">
              <a:defRPr sz="2400" b="1">
                <a:solidFill>
                  <a:srgbClr val="FFFFFF"/>
                </a:solidFill>
                <a:latin typeface="Noto Serif CJK SC"/>
                <a:ea typeface="Noto Serif CJK SC"/>
                <a:cs typeface="Noto Serif CJK SC"/>
              </a:defRPr>
            </a:lvl3pPr>
            <a:lvl4pPr algn="l">
              <a:defRPr sz="2400" b="1">
                <a:solidFill>
                  <a:srgbClr val="FFFFFF"/>
                </a:solidFill>
                <a:latin typeface="Noto Serif CJK SC"/>
                <a:ea typeface="Noto Serif CJK SC"/>
                <a:cs typeface="Noto Serif CJK SC"/>
              </a:defRPr>
            </a:lvl4pPr>
            <a:lvl5pPr algn="l">
              <a:defRPr sz="2400" b="1">
                <a:solidFill>
                  <a:srgbClr val="FFFFFF"/>
                </a:solidFill>
                <a:latin typeface="Noto Serif CJK SC"/>
                <a:ea typeface="Noto Serif CJK SC"/>
                <a:cs typeface="Noto Serif CJK SC"/>
              </a:defRPr>
            </a:lvl5pPr>
            <a:lvl6pPr algn="l">
              <a:defRPr sz="2400" b="1">
                <a:solidFill>
                  <a:srgbClr val="FFFFFF"/>
                </a:solidFill>
                <a:latin typeface="Noto Serif CJK SC"/>
                <a:ea typeface="Noto Serif CJK SC"/>
                <a:cs typeface="Noto Serif CJK SC"/>
              </a:defRPr>
            </a:lvl6pPr>
            <a:lvl7pPr algn="l">
              <a:defRPr sz="2400" b="1">
                <a:solidFill>
                  <a:srgbClr val="FFFFFF"/>
                </a:solidFill>
                <a:latin typeface="Noto Serif CJK SC"/>
                <a:ea typeface="Noto Serif CJK SC"/>
                <a:cs typeface="Noto Serif CJK SC"/>
              </a:defRPr>
            </a:lvl7pPr>
            <a:lvl8pPr algn="l">
              <a:defRPr sz="2400" b="1">
                <a:solidFill>
                  <a:srgbClr val="FFFFFF"/>
                </a:solidFill>
                <a:latin typeface="Noto Serif CJK SC"/>
                <a:ea typeface="Noto Serif CJK SC"/>
                <a:cs typeface="Noto Serif CJK SC"/>
              </a:defRPr>
            </a:lvl8pPr>
            <a:lvl9pPr algn="l">
              <a:defRPr sz="2400" b="1">
                <a:solidFill>
                  <a:srgbClr val="FFFFFF"/>
                </a:solidFill>
                <a:latin typeface="Noto Serif CJK SC"/>
                <a:ea typeface="Noto Serif CJK SC"/>
                <a:cs typeface="Noto Serif CJK SC"/>
              </a:defRPr>
            </a:lvl9pPr>
          </a:lstStyle>
          <a:p>
            <a:pPr algn="l">
              <a:lnSpc>
                <a:spcPct val="112000"/>
              </a:lnSpc>
              <a:buNone/>
              <a:defRPr sz="2400" b="1">
                <a:solidFill>
                  <a:srgbClr val="FFFFFF"/>
                </a:solidFill>
                <a:latin typeface="Noto Serif CJK SC"/>
                <a:ea typeface="Noto Serif CJK SC"/>
                <a:cs typeface="Noto Serif CJK SC"/>
              </a:defRPr>
            </a:pPr>
            <a:r>
              <a:rPr sz="2160" b="1">
                <a:solidFill>
                  <a:srgbClr val="FFFFFF"/>
                </a:solidFill>
                <a:latin typeface="Noto Serif CJK SC"/>
                <a:ea typeface="Noto Serif CJK SC"/>
                <a:cs typeface="Noto Serif CJK SC"/>
              </a:rPr>
              <a:t>局限</a:t>
            </a:r>
            <a:endParaRPr sz="2160" b="1">
              <a:solidFill>
                <a:srgbClr val="FFFFFF"/>
              </a:solidFill>
              <a:latin typeface="Noto Serif CJK SC"/>
              <a:ea typeface="Noto Serif CJK SC"/>
              <a:cs typeface="Noto Serif CJK SC"/>
            </a:endParaRPr>
          </a:p>
        </p:txBody>
      </p:sp>
      <p:sp>
        <p:nvSpPr>
          <p:cNvPr id="14" name="text-13"/>
          <p:cNvSpPr>
            <a:spLocks noGrp="1"/>
          </p:cNvSpPr>
          <p:nvPr/>
        </p:nvSpPr>
        <p:spPr>
          <a:xfrm>
            <a:off x="7077151" y="2790825"/>
            <a:ext cx="4157472" cy="2219325"/>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spcAft>
                <a:spcPts val="0"/>
              </a:spcAft>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相关研究与当时的国家整合及政治目标密切相关。阅读时需辨析作者立场、调查范围和地方声音的呈现，避免将研究者判断等同于社会全貌。</a:t>
            </a:r>
            <a:endParaRPr sz="1890" b="0">
              <a:solidFill>
                <a:srgbClr val="333333"/>
              </a:solidFill>
              <a:latin typeface="Noto Serif CJK SC"/>
              <a:ea typeface="Noto Serif CJK SC"/>
              <a:cs typeface="Noto Serif CJK SC"/>
            </a:endParaRPr>
          </a:p>
        </p:txBody>
      </p:sp>
      <p:sp>
        <p:nvSpPr>
          <p:cNvPr id="15" name="frame-14"/>
          <p:cNvSpPr>
            <a:spLocks noGrp="1"/>
          </p:cNvSpPr>
          <p:nvPr/>
        </p:nvSpPr>
        <p:spPr>
          <a:xfrm>
            <a:off x="1779727" y="5562600"/>
            <a:ext cx="9689592" cy="657225"/>
          </a:xfrm>
          <a:prstGeom prst="roundRect">
            <a:avLst>
              <a:gd name="adj" fmla="val 11594"/>
            </a:avLst>
          </a:prstGeom>
          <a:solidFill>
            <a:srgbClr val="F8EEF0"/>
          </a:solidFill>
          <a:ln w="22860">
            <a:solidFill>
              <a:srgbClr val="990B22"/>
            </a:solidFill>
            <a:prstDash val="solid"/>
          </a:ln>
        </p:spPr>
        <p:txBody>
          <a:bodyPr lIns="80467" rIns="80467"/>
          <a:p>
            <a:endParaRPr>
              <a:latin typeface="Noto Serif CJK SC"/>
              <a:ea typeface="Noto Serif CJK SC"/>
            </a:endParaRPr>
          </a:p>
        </p:txBody>
      </p:sp>
      <p:sp>
        <p:nvSpPr>
          <p:cNvPr id="16" name="frame-15"/>
          <p:cNvSpPr>
            <a:spLocks noGrp="1"/>
          </p:cNvSpPr>
          <p:nvPr/>
        </p:nvSpPr>
        <p:spPr>
          <a:xfrm>
            <a:off x="1779727" y="5562600"/>
            <a:ext cx="83820" cy="6572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7" name="text-16"/>
          <p:cNvSpPr>
            <a:spLocks noGrp="1"/>
          </p:cNvSpPr>
          <p:nvPr/>
        </p:nvSpPr>
        <p:spPr>
          <a:xfrm>
            <a:off x="1989277" y="5715000"/>
            <a:ext cx="9220200" cy="476250"/>
          </a:xfrm>
          <a:prstGeom prst="rect">
            <a:avLst/>
          </a:prstGeom>
          <a:noFill/>
          <a:ln w="0">
            <a:noFill/>
            <a:prstDash val="solid"/>
          </a:ln>
        </p:spPr>
        <p:txBody>
          <a:bodyPr wrap="square" lIns="0" tIns="0" rIns="0" bIns="0">
            <a:noAutofit/>
          </a:bodyPr>
          <a:lstStyle>
            <a:defPPr algn="l">
              <a:defRPr sz="2025" b="0">
                <a:solidFill>
                  <a:srgbClr val="990B22"/>
                </a:solidFill>
                <a:latin typeface="Noto Serif CJK SC"/>
                <a:ea typeface="Noto Serif CJK SC"/>
                <a:cs typeface="Noto Serif CJK SC"/>
              </a:defRPr>
            </a:defPPr>
            <a:lvl1pPr algn="l">
              <a:defRPr sz="2025" b="0">
                <a:solidFill>
                  <a:srgbClr val="990B22"/>
                </a:solidFill>
                <a:latin typeface="Noto Serif CJK SC"/>
                <a:ea typeface="Noto Serif CJK SC"/>
                <a:cs typeface="Noto Serif CJK SC"/>
              </a:defRPr>
            </a:lvl1pPr>
            <a:lvl2pPr algn="l">
              <a:defRPr sz="2025" b="0">
                <a:solidFill>
                  <a:srgbClr val="990B22"/>
                </a:solidFill>
                <a:latin typeface="Noto Serif CJK SC"/>
                <a:ea typeface="Noto Serif CJK SC"/>
                <a:cs typeface="Noto Serif CJK SC"/>
              </a:defRPr>
            </a:lvl2pPr>
            <a:lvl3pPr algn="l">
              <a:defRPr sz="2025" b="0">
                <a:solidFill>
                  <a:srgbClr val="990B22"/>
                </a:solidFill>
                <a:latin typeface="Noto Serif CJK SC"/>
                <a:ea typeface="Noto Serif CJK SC"/>
                <a:cs typeface="Noto Serif CJK SC"/>
              </a:defRPr>
            </a:lvl3pPr>
            <a:lvl4pPr algn="l">
              <a:defRPr sz="2025" b="0">
                <a:solidFill>
                  <a:srgbClr val="990B22"/>
                </a:solidFill>
                <a:latin typeface="Noto Serif CJK SC"/>
                <a:ea typeface="Noto Serif CJK SC"/>
                <a:cs typeface="Noto Serif CJK SC"/>
              </a:defRPr>
            </a:lvl4pPr>
            <a:lvl5pPr algn="l">
              <a:defRPr sz="2025" b="0">
                <a:solidFill>
                  <a:srgbClr val="990B22"/>
                </a:solidFill>
                <a:latin typeface="Noto Serif CJK SC"/>
                <a:ea typeface="Noto Serif CJK SC"/>
                <a:cs typeface="Noto Serif CJK SC"/>
              </a:defRPr>
            </a:lvl5pPr>
            <a:lvl6pPr algn="l">
              <a:defRPr sz="2025" b="0">
                <a:solidFill>
                  <a:srgbClr val="990B22"/>
                </a:solidFill>
                <a:latin typeface="Noto Serif CJK SC"/>
                <a:ea typeface="Noto Serif CJK SC"/>
                <a:cs typeface="Noto Serif CJK SC"/>
              </a:defRPr>
            </a:lvl6pPr>
            <a:lvl7pPr algn="l">
              <a:defRPr sz="2025" b="0">
                <a:solidFill>
                  <a:srgbClr val="990B22"/>
                </a:solidFill>
                <a:latin typeface="Noto Serif CJK SC"/>
                <a:ea typeface="Noto Serif CJK SC"/>
                <a:cs typeface="Noto Serif CJK SC"/>
              </a:defRPr>
            </a:lvl7pPr>
            <a:lvl8pPr algn="l">
              <a:defRPr sz="2025" b="0">
                <a:solidFill>
                  <a:srgbClr val="990B22"/>
                </a:solidFill>
                <a:latin typeface="Noto Serif CJK SC"/>
                <a:ea typeface="Noto Serif CJK SC"/>
                <a:cs typeface="Noto Serif CJK SC"/>
              </a:defRPr>
            </a:lvl8pPr>
            <a:lvl9pPr algn="l">
              <a:defRPr sz="2025" b="0">
                <a:solidFill>
                  <a:srgbClr val="990B22"/>
                </a:solidFill>
                <a:latin typeface="Noto Serif CJK SC"/>
                <a:ea typeface="Noto Serif CJK SC"/>
                <a:cs typeface="Noto Serif CJK SC"/>
              </a:defRPr>
            </a:lvl9pPr>
          </a:lstStyle>
          <a:p>
            <a:pPr algn="l">
              <a:lnSpc>
                <a:spcPct val="112000"/>
              </a:lnSpc>
              <a:spcAft>
                <a:spcPts val="0"/>
              </a:spcAft>
              <a:buNone/>
              <a:defRPr sz="2025" b="0">
                <a:solidFill>
                  <a:srgbClr val="990B22"/>
                </a:solidFill>
                <a:latin typeface="Noto Serif CJK SC"/>
                <a:ea typeface="Noto Serif CJK SC"/>
                <a:cs typeface="Noto Serif CJK SC"/>
              </a:defRPr>
            </a:pPr>
            <a:r>
              <a:rPr sz="1820" b="0">
                <a:solidFill>
                  <a:srgbClr val="990B22"/>
                </a:solidFill>
                <a:latin typeface="Noto Serif CJK SC"/>
                <a:ea typeface="Noto Serif CJK SC"/>
                <a:cs typeface="Noto Serif CJK SC"/>
              </a:rPr>
              <a:t>研读边政文献，应同时考察知识内容、生产位置和政策用途。</a:t>
            </a:r>
            <a:endParaRPr sz="1820" b="0">
              <a:solidFill>
                <a:srgbClr val="990B22"/>
              </a:solidFill>
              <a:latin typeface="Noto Serif CJK SC"/>
              <a:ea typeface="Noto Serif CJK SC"/>
              <a:cs typeface="Noto Serif CJK SC"/>
            </a:endParaRPr>
          </a:p>
        </p:txBody>
      </p:sp>
      <p:sp>
        <p:nvSpPr>
          <p:cNvPr id="18" name="Rectangle 17"/>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9" name="TextBox 18"/>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20" name="TextBox 19"/>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
        <p:nvSpPr>
          <p:cNvPr id="21" name="Rectangle 20"/>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2" name="TextBox 21"/>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23" name="Rectangle 22"/>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4" name="Rectangle 23"/>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Rectangle 25"/>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7" name="Rectangle 26"/>
          <p:cNvSpPr/>
          <p:nvPr/>
        </p:nvSpPr>
        <p:spPr>
          <a:xfrm>
            <a:off x="0" y="3977639"/>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TextBox 27"/>
          <p:cNvSpPr txBox="1"/>
          <p:nvPr/>
        </p:nvSpPr>
        <p:spPr>
          <a:xfrm>
            <a:off x="109728" y="411480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srgbClr val="990B22"/>
                </a:solidFill>
                <a:latin typeface="Noto Serif CJK SC"/>
                <a:ea typeface="Noto Serif CJK SC"/>
                <a:cs typeface="Noto Serif CJK SC"/>
              </a:rPr>
              <a:t>边政研究</a:t>
            </a:r>
            <a:endParaRPr>
              <a:latin typeface="Noto Serif CJK SC"/>
              <a:ea typeface="Noto Serif CJK SC"/>
            </a:endParaRPr>
          </a:p>
        </p:txBody>
      </p:sp>
      <p:sp>
        <p:nvSpPr>
          <p:cNvPr id="29" name="Rectangle 28"/>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0" name="Rectangle 29"/>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TextBox 30"/>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民族政策</a:t>
            </a:r>
            <a:endParaRPr>
              <a:latin typeface="Noto Serif CJK SC"/>
              <a:ea typeface="Noto Serif CJK SC"/>
            </a:endParaRPr>
          </a:p>
        </p:txBody>
      </p:sp>
      <p:sp>
        <p:nvSpPr>
          <p:cNvPr id="32" name="Rectangle 31"/>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Rectangle 32"/>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Rectangle 34"/>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6" name="TextBox 35"/>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37" name="Rectangle 36"/>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8" name="Rectangle 37"/>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9" name="TextBox 38"/>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19</a:t>
            </a:r>
            <a:endParaRPr>
              <a:latin typeface="Noto Serif CJK SC"/>
              <a:ea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边疆</a:t>
            </a:r>
            <a:r>
              <a:rPr lang="zh-CN" sz="1500" b="0">
                <a:solidFill>
                  <a:srgbClr val="FFFFFF"/>
                </a:solidFill>
                <a:latin typeface="Noto Serif CJK SC"/>
                <a:ea typeface="Noto Serif CJK SC"/>
                <a:cs typeface="Noto Serif CJK SC"/>
              </a:rPr>
              <a:t>形势</a:t>
            </a:r>
            <a:endParaRPr lang="en-US">
              <a:latin typeface="Noto Serif CJK SC"/>
              <a:ea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a:t>
            </a:r>
            <a:r>
              <a:rPr lang="zh-CN" sz="1500" b="0">
                <a:solidFill>
                  <a:srgbClr val="FFFFFF"/>
                </a:solidFill>
                <a:latin typeface="Noto Serif CJK SC"/>
                <a:ea typeface="Noto Serif CJK SC"/>
                <a:cs typeface="Noto Serif CJK SC"/>
              </a:rPr>
              <a:t>总结</a:t>
            </a:r>
            <a:endParaRPr lang="zh-CN">
              <a:latin typeface="Noto Serif CJK SC"/>
              <a:ea typeface="Noto Serif CJK SC"/>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12" name="图片 11"/>
          <p:cNvPicPr>
            <a:picLocks noChangeAspect="1"/>
          </p:cNvPicPr>
          <p:nvPr/>
        </p:nvPicPr>
        <p:blipFill>
          <a:blip r:embed="rId1"/>
          <a:stretch>
            <a:fillRect/>
          </a:stretch>
        </p:blipFill>
        <p:spPr>
          <a:xfrm>
            <a:off x="6812280" y="1965960"/>
            <a:ext cx="4663440" cy="3487387"/>
          </a:xfrm>
          <a:prstGeom prst="rect">
            <a:avLst/>
          </a:prstGeom>
        </p:spPr>
      </p:pic>
      <p:sp>
        <p:nvSpPr>
          <p:cNvPr id="13" name="Rectangle 12"/>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16" name="TextBox 15"/>
          <p:cNvSpPr txBox="1"/>
          <p:nvPr/>
        </p:nvSpPr>
        <p:spPr>
          <a:xfrm>
            <a:off x="1920240" y="1371600"/>
            <a:ext cx="1828800" cy="868680"/>
          </a:xfrm>
          <a:prstGeom prst="rect">
            <a:avLst/>
          </a:prstGeom>
          <a:noFill/>
        </p:spPr>
        <p:txBody>
          <a:bodyPr wrap="square" lIns="18288" tIns="0" rIns="18288" bIns="0">
            <a:spAutoFit/>
          </a:bodyPr>
          <a:lstStyle/>
          <a:p>
            <a:pPr algn="l">
              <a:defRPr sz="6000" b="1">
                <a:solidFill>
                  <a:srgbClr val="990B22"/>
                </a:solidFill>
                <a:latin typeface="Noto Serif CJK SC"/>
              </a:defRPr>
            </a:pPr>
            <a:r>
              <a:rPr sz="6000" b="1">
                <a:solidFill>
                  <a:srgbClr val="990B22"/>
                </a:solidFill>
                <a:latin typeface="Noto Serif CJK SC"/>
                <a:ea typeface="Noto Serif CJK SC"/>
                <a:cs typeface="Noto Serif CJK SC"/>
              </a:rPr>
              <a:t>03</a:t>
            </a:r>
            <a:endParaRPr>
              <a:latin typeface="Noto Serif CJK SC"/>
              <a:ea typeface="Noto Serif CJK SC"/>
              <a:cs typeface="Noto Serif CJK SC"/>
            </a:endParaRPr>
          </a:p>
        </p:txBody>
      </p:sp>
      <p:sp>
        <p:nvSpPr>
          <p:cNvPr id="17" name="Rectangle 16"/>
          <p:cNvSpPr/>
          <p:nvPr/>
        </p:nvSpPr>
        <p:spPr>
          <a:xfrm>
            <a:off x="1938528" y="2423160"/>
            <a:ext cx="4297680" cy="2286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18" name="TextBox 17"/>
          <p:cNvSpPr txBox="1"/>
          <p:nvPr/>
        </p:nvSpPr>
        <p:spPr>
          <a:xfrm>
            <a:off x="1920240" y="2770632"/>
            <a:ext cx="4663440" cy="1005840"/>
          </a:xfrm>
          <a:prstGeom prst="rect">
            <a:avLst/>
          </a:prstGeom>
          <a:noFill/>
        </p:spPr>
        <p:txBody>
          <a:bodyPr wrap="square" lIns="18288" tIns="0" rIns="18288" bIns="0">
            <a:spAutoFit/>
          </a:bodyPr>
          <a:lstStyle/>
          <a:p>
            <a:pPr algn="l">
              <a:defRPr sz="3400" b="1">
                <a:solidFill>
                  <a:srgbClr val="990B22"/>
                </a:solidFill>
                <a:latin typeface="Noto Serif CJK SC"/>
              </a:defRPr>
            </a:pPr>
            <a:r>
              <a:rPr sz="3400" b="1">
                <a:solidFill>
                  <a:srgbClr val="990B22"/>
                </a:solidFill>
                <a:latin typeface="Noto Serif CJK SC"/>
                <a:ea typeface="Noto Serif CJK SC"/>
                <a:cs typeface="Noto Serif CJK SC"/>
              </a:rPr>
              <a:t>民族政策与实践</a:t>
            </a:r>
            <a:endParaRPr>
              <a:latin typeface="Noto Serif CJK SC"/>
              <a:ea typeface="Noto Serif CJK SC"/>
            </a:endParaRPr>
          </a:p>
        </p:txBody>
      </p:sp>
      <p:sp>
        <p:nvSpPr>
          <p:cNvPr id="19" name="TextBox 18"/>
          <p:cNvSpPr txBox="1"/>
          <p:nvPr/>
        </p:nvSpPr>
        <p:spPr>
          <a:xfrm>
            <a:off x="1920240" y="4251960"/>
            <a:ext cx="4480560" cy="1234440"/>
          </a:xfrm>
          <a:prstGeom prst="rect">
            <a:avLst/>
          </a:prstGeom>
          <a:noFill/>
        </p:spPr>
        <p:txBody>
          <a:bodyPr wrap="square" lIns="18288" tIns="0" rIns="18288" bIns="0">
            <a:spAutoFit/>
          </a:bodyPr>
          <a:lstStyle/>
          <a:p>
            <a:pPr algn="l">
              <a:defRPr sz="2300" b="0">
                <a:solidFill>
                  <a:srgbClr val="555555"/>
                </a:solidFill>
                <a:latin typeface="Noto Serif CJK SC"/>
              </a:defRPr>
            </a:pPr>
            <a:r>
              <a:rPr sz="2300" b="0">
                <a:solidFill>
                  <a:srgbClr val="555555"/>
                </a:solidFill>
                <a:latin typeface="Noto Serif CJK SC"/>
                <a:ea typeface="Noto Serif CJK SC"/>
                <a:cs typeface="Noto Serif CJK SC"/>
              </a:rPr>
              <a:t>平等主张如何进入组织与制度？</a:t>
            </a:r>
            <a:endParaRPr>
              <a:latin typeface="Noto Serif CJK SC"/>
              <a:ea typeface="Noto Serif CJK SC"/>
            </a:endParaRPr>
          </a:p>
        </p:txBody>
      </p:sp>
      <p:sp>
        <p:nvSpPr>
          <p:cNvPr id="20" name="TextBox 19"/>
          <p:cNvSpPr txBox="1"/>
          <p:nvPr/>
        </p:nvSpPr>
        <p:spPr>
          <a:xfrm>
            <a:off x="1920240" y="6035040"/>
            <a:ext cx="4572000" cy="365760"/>
          </a:xfrm>
          <a:prstGeom prst="rect">
            <a:avLst/>
          </a:prstGeom>
          <a:noFill/>
        </p:spPr>
        <p:txBody>
          <a:bodyPr wrap="square" lIns="18288" tIns="0" rIns="18288" bIns="0">
            <a:spAutoFit/>
          </a:bodyPr>
          <a:lstStyle/>
          <a:p>
            <a:pPr algn="l">
              <a:defRPr sz="1500" b="0">
                <a:solidFill>
                  <a:srgbClr val="888888"/>
                </a:solidFill>
                <a:latin typeface="Noto Serif CJK SC"/>
              </a:defRPr>
            </a:pPr>
            <a:r>
              <a:rPr sz="1500" b="0">
                <a:solidFill>
                  <a:srgbClr val="888888"/>
                </a:solidFill>
                <a:latin typeface="Noto Serif CJK SC"/>
                <a:ea typeface="Noto Serif CJK SC"/>
                <a:cs typeface="Noto Serif CJK SC"/>
              </a:rPr>
              <a:t>中国民族关系史纲要</a:t>
            </a:r>
            <a:endParaRPr>
              <a:latin typeface="Noto Serif CJK SC"/>
              <a:ea typeface="Noto Serif CJK SC"/>
            </a:endParaRPr>
          </a:p>
        </p:txBody>
      </p:sp>
      <p:sp>
        <p:nvSpPr>
          <p:cNvPr id="21" name="TextBox 20"/>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20</a:t>
            </a:r>
            <a:endParaRPr>
              <a:latin typeface="Noto Serif CJK SC"/>
              <a:ea typeface="Noto Serif CJK SC"/>
              <a:cs typeface="Noto Serif CJK SC"/>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早期民族政策的探索</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69545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cs typeface="Noto Serif CJK SC"/>
            </a:endParaRPr>
          </a:p>
        </p:txBody>
      </p:sp>
      <p:sp>
        <p:nvSpPr>
          <p:cNvPr id="8" name="frame-7"/>
          <p:cNvSpPr>
            <a:spLocks noGrp="1"/>
          </p:cNvSpPr>
          <p:nvPr/>
        </p:nvSpPr>
        <p:spPr>
          <a:xfrm>
            <a:off x="1779727" y="1695450"/>
            <a:ext cx="75438" cy="13430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9" name="frame-8"/>
          <p:cNvSpPr>
            <a:spLocks noGrp="1"/>
          </p:cNvSpPr>
          <p:nvPr/>
        </p:nvSpPr>
        <p:spPr>
          <a:xfrm>
            <a:off x="1863547" y="1695450"/>
            <a:ext cx="3059430" cy="495300"/>
          </a:xfrm>
          <a:prstGeom prst="rect">
            <a:avLst/>
          </a:prstGeom>
          <a:solidFill>
            <a:srgbClr val="F8EEF0"/>
          </a:solidFill>
          <a:ln w="0">
            <a:noFill/>
            <a:prstDash val="solid"/>
          </a:ln>
        </p:spPr>
        <p:txBody>
          <a:bodyPr lIns="80467" rIns="80467"/>
          <a:p>
            <a:endParaRPr>
              <a:latin typeface="Noto Serif CJK SC"/>
              <a:ea typeface="Noto Serif CJK SC"/>
              <a:cs typeface="Noto Serif CJK SC"/>
            </a:endParaRPr>
          </a:p>
        </p:txBody>
      </p:sp>
      <p:sp>
        <p:nvSpPr>
          <p:cNvPr id="10" name="text-9"/>
          <p:cNvSpPr>
            <a:spLocks noGrp="1"/>
          </p:cNvSpPr>
          <p:nvPr/>
        </p:nvSpPr>
        <p:spPr>
          <a:xfrm>
            <a:off x="1989277" y="176212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1922年的政策探索</a:t>
            </a:r>
            <a:endParaRPr sz="2090" b="1">
              <a:solidFill>
                <a:srgbClr val="990B22"/>
              </a:solidFill>
              <a:latin typeface="Noto Serif CJK SC"/>
              <a:ea typeface="Noto Serif CJK SC"/>
              <a:cs typeface="Noto Serif CJK SC"/>
            </a:endParaRPr>
          </a:p>
        </p:txBody>
      </p:sp>
      <p:sp>
        <p:nvSpPr>
          <p:cNvPr id="11" name="frame-10"/>
          <p:cNvSpPr>
            <a:spLocks noGrp="1"/>
          </p:cNvSpPr>
          <p:nvPr/>
        </p:nvSpPr>
        <p:spPr>
          <a:xfrm>
            <a:off x="1989277" y="2209800"/>
            <a:ext cx="9220200" cy="11430"/>
          </a:xfrm>
          <a:prstGeom prst="rect">
            <a:avLst/>
          </a:prstGeom>
          <a:solidFill>
            <a:srgbClr val="E3C7CD"/>
          </a:solidFill>
          <a:ln w="0">
            <a:noFill/>
            <a:prstDash val="solid"/>
          </a:ln>
        </p:spPr>
        <p:txBody>
          <a:bodyPr lIns="80467" rIns="80467"/>
          <a:p>
            <a:endParaRPr>
              <a:latin typeface="Noto Serif CJK SC"/>
              <a:ea typeface="Noto Serif CJK SC"/>
              <a:cs typeface="Noto Serif CJK SC"/>
            </a:endParaRPr>
          </a:p>
        </p:txBody>
      </p:sp>
      <p:sp>
        <p:nvSpPr>
          <p:cNvPr id="12" name="text-11"/>
          <p:cNvSpPr>
            <a:spLocks noGrp="1"/>
          </p:cNvSpPr>
          <p:nvPr/>
        </p:nvSpPr>
        <p:spPr>
          <a:xfrm>
            <a:off x="1989277" y="230505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中共二大研究蒙古、西藏、新疆等地的民族问题，提出尊重边疆人民自主权等主张。原书将这些表述放在反帝、反封建和寻求全国统一的历史条件中解释。</a:t>
            </a:r>
            <a:endParaRPr sz="1755" b="0">
              <a:solidFill>
                <a:srgbClr val="333333"/>
              </a:solidFill>
              <a:latin typeface="Noto Serif CJK SC"/>
              <a:ea typeface="Noto Serif CJK SC"/>
              <a:cs typeface="Noto Serif CJK SC"/>
            </a:endParaRPr>
          </a:p>
        </p:txBody>
      </p:sp>
      <p:sp>
        <p:nvSpPr>
          <p:cNvPr id="13" name="frame-12"/>
          <p:cNvSpPr>
            <a:spLocks noGrp="1"/>
          </p:cNvSpPr>
          <p:nvPr/>
        </p:nvSpPr>
        <p:spPr>
          <a:xfrm>
            <a:off x="1779727" y="320040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cs typeface="Noto Serif CJK SC"/>
            </a:endParaRPr>
          </a:p>
        </p:txBody>
      </p:sp>
      <p:sp>
        <p:nvSpPr>
          <p:cNvPr id="14" name="frame-13"/>
          <p:cNvSpPr>
            <a:spLocks noGrp="1"/>
          </p:cNvSpPr>
          <p:nvPr/>
        </p:nvSpPr>
        <p:spPr>
          <a:xfrm>
            <a:off x="1779727" y="3200400"/>
            <a:ext cx="75438" cy="13430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15" name="frame-14"/>
          <p:cNvSpPr>
            <a:spLocks noGrp="1"/>
          </p:cNvSpPr>
          <p:nvPr/>
        </p:nvSpPr>
        <p:spPr>
          <a:xfrm>
            <a:off x="1863547" y="3200400"/>
            <a:ext cx="2279904" cy="495300"/>
          </a:xfrm>
          <a:prstGeom prst="rect">
            <a:avLst/>
          </a:prstGeom>
          <a:solidFill>
            <a:srgbClr val="F8EEF0"/>
          </a:solidFill>
          <a:ln w="0">
            <a:noFill/>
            <a:prstDash val="solid"/>
          </a:ln>
        </p:spPr>
        <p:txBody>
          <a:bodyPr lIns="80467" rIns="80467"/>
          <a:p>
            <a:endParaRPr>
              <a:latin typeface="Noto Serif CJK SC"/>
              <a:ea typeface="Noto Serif CJK SC"/>
              <a:cs typeface="Noto Serif CJK SC"/>
            </a:endParaRPr>
          </a:p>
        </p:txBody>
      </p:sp>
      <p:sp>
        <p:nvSpPr>
          <p:cNvPr id="16" name="text-15"/>
          <p:cNvSpPr>
            <a:spLocks noGrp="1"/>
          </p:cNvSpPr>
          <p:nvPr/>
        </p:nvSpPr>
        <p:spPr>
          <a:xfrm>
            <a:off x="1989277" y="326707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宣传与干部培养</a:t>
            </a:r>
            <a:endParaRPr sz="2090" b="1">
              <a:solidFill>
                <a:srgbClr val="990B22"/>
              </a:solidFill>
              <a:latin typeface="Noto Serif CJK SC"/>
              <a:ea typeface="Noto Serif CJK SC"/>
              <a:cs typeface="Noto Serif CJK SC"/>
            </a:endParaRPr>
          </a:p>
        </p:txBody>
      </p:sp>
      <p:sp>
        <p:nvSpPr>
          <p:cNvPr id="17" name="frame-16"/>
          <p:cNvSpPr>
            <a:spLocks noGrp="1"/>
          </p:cNvSpPr>
          <p:nvPr/>
        </p:nvSpPr>
        <p:spPr>
          <a:xfrm>
            <a:off x="1989277" y="3714750"/>
            <a:ext cx="9220200" cy="11430"/>
          </a:xfrm>
          <a:prstGeom prst="rect">
            <a:avLst/>
          </a:prstGeom>
          <a:solidFill>
            <a:srgbClr val="E3C7CD"/>
          </a:solidFill>
          <a:ln w="0">
            <a:noFill/>
            <a:prstDash val="solid"/>
          </a:ln>
        </p:spPr>
        <p:txBody>
          <a:bodyPr lIns="80467" rIns="80467"/>
          <a:p>
            <a:endParaRPr>
              <a:latin typeface="Noto Serif CJK SC"/>
              <a:ea typeface="Noto Serif CJK SC"/>
              <a:cs typeface="Noto Serif CJK SC"/>
            </a:endParaRPr>
          </a:p>
        </p:txBody>
      </p:sp>
      <p:sp>
        <p:nvSpPr>
          <p:cNvPr id="18" name="text-17"/>
          <p:cNvSpPr>
            <a:spLocks noGrp="1"/>
          </p:cNvSpPr>
          <p:nvPr/>
        </p:nvSpPr>
        <p:spPr>
          <a:xfrm>
            <a:off x="1989277" y="381000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中国共产党在开展革命斗争的同时，加强少数民族地区的理论和政策宣传，并培养少数民族干部。民族工作由政治纲领逐步进入组织建设。</a:t>
            </a:r>
            <a:endParaRPr sz="1755" b="0">
              <a:solidFill>
                <a:srgbClr val="333333"/>
              </a:solidFill>
              <a:latin typeface="Noto Serif CJK SC"/>
              <a:ea typeface="Noto Serif CJK SC"/>
              <a:cs typeface="Noto Serif CJK SC"/>
            </a:endParaRPr>
          </a:p>
        </p:txBody>
      </p:sp>
      <p:sp>
        <p:nvSpPr>
          <p:cNvPr id="19" name="frame-18"/>
          <p:cNvSpPr>
            <a:spLocks noGrp="1"/>
          </p:cNvSpPr>
          <p:nvPr/>
        </p:nvSpPr>
        <p:spPr>
          <a:xfrm>
            <a:off x="1779727" y="4705350"/>
            <a:ext cx="9689592" cy="1343025"/>
          </a:xfrm>
          <a:prstGeom prst="roundRect">
            <a:avLst>
              <a:gd name="adj" fmla="val 5674"/>
            </a:avLst>
          </a:prstGeom>
          <a:solidFill>
            <a:srgbClr val="FFFFFF"/>
          </a:solidFill>
          <a:ln w="24765">
            <a:solidFill>
              <a:srgbClr val="990B22"/>
            </a:solidFill>
            <a:prstDash val="solid"/>
          </a:ln>
        </p:spPr>
        <p:txBody>
          <a:bodyPr lIns="80467" rIns="80467"/>
          <a:p>
            <a:endParaRPr>
              <a:latin typeface="Noto Serif CJK SC"/>
              <a:ea typeface="Noto Serif CJK SC"/>
              <a:cs typeface="Noto Serif CJK SC"/>
            </a:endParaRPr>
          </a:p>
        </p:txBody>
      </p:sp>
      <p:sp>
        <p:nvSpPr>
          <p:cNvPr id="20" name="frame-19"/>
          <p:cNvSpPr>
            <a:spLocks noGrp="1"/>
          </p:cNvSpPr>
          <p:nvPr/>
        </p:nvSpPr>
        <p:spPr>
          <a:xfrm>
            <a:off x="1779727" y="4705350"/>
            <a:ext cx="75438" cy="13430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21" name="frame-20"/>
          <p:cNvSpPr>
            <a:spLocks noGrp="1"/>
          </p:cNvSpPr>
          <p:nvPr/>
        </p:nvSpPr>
        <p:spPr>
          <a:xfrm>
            <a:off x="1863547" y="4705350"/>
            <a:ext cx="2539746" cy="495300"/>
          </a:xfrm>
          <a:prstGeom prst="rect">
            <a:avLst/>
          </a:prstGeom>
          <a:solidFill>
            <a:srgbClr val="F8EEF0"/>
          </a:solidFill>
          <a:ln w="0">
            <a:noFill/>
            <a:prstDash val="solid"/>
          </a:ln>
        </p:spPr>
        <p:txBody>
          <a:bodyPr lIns="80467" rIns="80467"/>
          <a:p>
            <a:endParaRPr>
              <a:latin typeface="Noto Serif CJK SC"/>
              <a:ea typeface="Noto Serif CJK SC"/>
              <a:cs typeface="Noto Serif CJK SC"/>
            </a:endParaRPr>
          </a:p>
        </p:txBody>
      </p:sp>
      <p:sp>
        <p:nvSpPr>
          <p:cNvPr id="22" name="text-21"/>
          <p:cNvSpPr>
            <a:spLocks noGrp="1"/>
          </p:cNvSpPr>
          <p:nvPr/>
        </p:nvSpPr>
        <p:spPr>
          <a:xfrm>
            <a:off x="1989277" y="4772025"/>
            <a:ext cx="9220200" cy="409575"/>
          </a:xfrm>
          <a:prstGeom prst="rect">
            <a:avLst/>
          </a:prstGeom>
          <a:noFill/>
          <a:ln w="0">
            <a:noFill/>
            <a:prstDash val="solid"/>
          </a:ln>
        </p:spPr>
        <p:txBody>
          <a:bodyPr wrap="square" lIns="0" tIns="0" rIns="0" bIns="0">
            <a:noAutofit/>
          </a:bodyPr>
          <a:lstStyle>
            <a:defPPr algn="l">
              <a:defRPr sz="2325" b="1">
                <a:solidFill>
                  <a:srgbClr val="990B22"/>
                </a:solidFill>
                <a:latin typeface="Noto Serif CJK SC"/>
                <a:ea typeface="Noto Serif CJK SC"/>
                <a:cs typeface="Noto Serif CJK SC"/>
              </a:defRPr>
            </a:defPPr>
            <a:lvl1pPr algn="l">
              <a:defRPr sz="2325" b="1">
                <a:solidFill>
                  <a:srgbClr val="990B22"/>
                </a:solidFill>
                <a:latin typeface="Noto Serif CJK SC"/>
                <a:ea typeface="Noto Serif CJK SC"/>
                <a:cs typeface="Noto Serif CJK SC"/>
              </a:defRPr>
            </a:lvl1pPr>
            <a:lvl2pPr algn="l">
              <a:defRPr sz="2325" b="1">
                <a:solidFill>
                  <a:srgbClr val="990B22"/>
                </a:solidFill>
                <a:latin typeface="Noto Serif CJK SC"/>
                <a:ea typeface="Noto Serif CJK SC"/>
                <a:cs typeface="Noto Serif CJK SC"/>
              </a:defRPr>
            </a:lvl2pPr>
            <a:lvl3pPr algn="l">
              <a:defRPr sz="2325" b="1">
                <a:solidFill>
                  <a:srgbClr val="990B22"/>
                </a:solidFill>
                <a:latin typeface="Noto Serif CJK SC"/>
                <a:ea typeface="Noto Serif CJK SC"/>
                <a:cs typeface="Noto Serif CJK SC"/>
              </a:defRPr>
            </a:lvl3pPr>
            <a:lvl4pPr algn="l">
              <a:defRPr sz="2325" b="1">
                <a:solidFill>
                  <a:srgbClr val="990B22"/>
                </a:solidFill>
                <a:latin typeface="Noto Serif CJK SC"/>
                <a:ea typeface="Noto Serif CJK SC"/>
                <a:cs typeface="Noto Serif CJK SC"/>
              </a:defRPr>
            </a:lvl4pPr>
            <a:lvl5pPr algn="l">
              <a:defRPr sz="2325" b="1">
                <a:solidFill>
                  <a:srgbClr val="990B22"/>
                </a:solidFill>
                <a:latin typeface="Noto Serif CJK SC"/>
                <a:ea typeface="Noto Serif CJK SC"/>
                <a:cs typeface="Noto Serif CJK SC"/>
              </a:defRPr>
            </a:lvl5pPr>
            <a:lvl6pPr algn="l">
              <a:defRPr sz="2325" b="1">
                <a:solidFill>
                  <a:srgbClr val="990B22"/>
                </a:solidFill>
                <a:latin typeface="Noto Serif CJK SC"/>
                <a:ea typeface="Noto Serif CJK SC"/>
                <a:cs typeface="Noto Serif CJK SC"/>
              </a:defRPr>
            </a:lvl6pPr>
            <a:lvl7pPr algn="l">
              <a:defRPr sz="2325" b="1">
                <a:solidFill>
                  <a:srgbClr val="990B22"/>
                </a:solidFill>
                <a:latin typeface="Noto Serif CJK SC"/>
                <a:ea typeface="Noto Serif CJK SC"/>
                <a:cs typeface="Noto Serif CJK SC"/>
              </a:defRPr>
            </a:lvl7pPr>
            <a:lvl8pPr algn="l">
              <a:defRPr sz="2325" b="1">
                <a:solidFill>
                  <a:srgbClr val="990B22"/>
                </a:solidFill>
                <a:latin typeface="Noto Serif CJK SC"/>
                <a:ea typeface="Noto Serif CJK SC"/>
                <a:cs typeface="Noto Serif CJK SC"/>
              </a:defRPr>
            </a:lvl8pPr>
            <a:lvl9pPr algn="l">
              <a:defRPr sz="2325" b="1">
                <a:solidFill>
                  <a:srgbClr val="990B22"/>
                </a:solidFill>
                <a:latin typeface="Noto Serif CJK SC"/>
                <a:ea typeface="Noto Serif CJK SC"/>
                <a:cs typeface="Noto Serif CJK SC"/>
              </a:defRPr>
            </a:lvl9pPr>
          </a:lstStyle>
          <a:p>
            <a:pPr algn="l">
              <a:lnSpc>
                <a:spcPct val="112000"/>
              </a:lnSpc>
              <a:buNone/>
              <a:defRPr sz="2325" b="1">
                <a:solidFill>
                  <a:srgbClr val="990B22"/>
                </a:solidFill>
                <a:latin typeface="Noto Serif CJK SC"/>
                <a:ea typeface="Noto Serif CJK SC"/>
                <a:cs typeface="Noto Serif CJK SC"/>
              </a:defRPr>
            </a:pPr>
            <a:r>
              <a:rPr sz="2090" b="1">
                <a:solidFill>
                  <a:srgbClr val="990B22"/>
                </a:solidFill>
                <a:latin typeface="Noto Serif CJK SC"/>
                <a:ea typeface="Noto Serif CJK SC"/>
                <a:cs typeface="Noto Serif CJK SC"/>
              </a:rPr>
              <a:t>政策在实践中发展</a:t>
            </a:r>
            <a:endParaRPr sz="2090" b="1">
              <a:solidFill>
                <a:srgbClr val="990B22"/>
              </a:solidFill>
              <a:latin typeface="Noto Serif CJK SC"/>
              <a:ea typeface="Noto Serif CJK SC"/>
              <a:cs typeface="Noto Serif CJK SC"/>
            </a:endParaRPr>
          </a:p>
        </p:txBody>
      </p:sp>
      <p:sp>
        <p:nvSpPr>
          <p:cNvPr id="23" name="frame-22"/>
          <p:cNvSpPr>
            <a:spLocks noGrp="1"/>
          </p:cNvSpPr>
          <p:nvPr/>
        </p:nvSpPr>
        <p:spPr>
          <a:xfrm>
            <a:off x="1989277" y="5219700"/>
            <a:ext cx="9220200" cy="11430"/>
          </a:xfrm>
          <a:prstGeom prst="rect">
            <a:avLst/>
          </a:prstGeom>
          <a:solidFill>
            <a:srgbClr val="E3C7CD"/>
          </a:solidFill>
          <a:ln w="0">
            <a:noFill/>
            <a:prstDash val="solid"/>
          </a:ln>
        </p:spPr>
        <p:txBody>
          <a:bodyPr lIns="80467" rIns="80467"/>
          <a:p>
            <a:endParaRPr>
              <a:latin typeface="Noto Serif CJK SC"/>
              <a:ea typeface="Noto Serif CJK SC"/>
              <a:cs typeface="Noto Serif CJK SC"/>
            </a:endParaRPr>
          </a:p>
        </p:txBody>
      </p:sp>
      <p:sp>
        <p:nvSpPr>
          <p:cNvPr id="24" name="text-23"/>
          <p:cNvSpPr>
            <a:spLocks noGrp="1"/>
          </p:cNvSpPr>
          <p:nvPr/>
        </p:nvSpPr>
        <p:spPr>
          <a:xfrm>
            <a:off x="1989277" y="5314950"/>
            <a:ext cx="9220200" cy="6858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早期文献中的自治、自决、联邦等术语具有特定时代背景。此后的民族政策在革命实践中不断调整，不能将不同时期的表述直接等同。</a:t>
            </a:r>
            <a:endParaRPr sz="1755" b="0">
              <a:solidFill>
                <a:srgbClr val="333333"/>
              </a:solidFill>
              <a:latin typeface="Noto Serif CJK SC"/>
              <a:ea typeface="Noto Serif CJK SC"/>
              <a:cs typeface="Noto Serif CJK SC"/>
            </a:endParaRPr>
          </a:p>
        </p:txBody>
      </p:sp>
      <p:sp>
        <p:nvSpPr>
          <p:cNvPr id="25" name="Rectangle 24"/>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6" name="TextBox 25"/>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27" name="TextBox 26"/>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
        <p:nvSpPr>
          <p:cNvPr id="28" name="Rectangle 27"/>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9" name="TextBox 28"/>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30" name="Rectangle 29"/>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1" name="Rectangle 30"/>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3" name="Rectangle 32"/>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4" name="Rectangle 33"/>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5" name="TextBox 34"/>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endParaRPr>
              <a:latin typeface="Noto Serif CJK SC"/>
              <a:ea typeface="Noto Serif CJK SC"/>
            </a:endParaRPr>
          </a:p>
        </p:txBody>
      </p:sp>
      <p:sp>
        <p:nvSpPr>
          <p:cNvPr id="36" name="Rectangle 35"/>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7" name="Rectangle 36"/>
          <p:cNvSpPr/>
          <p:nvPr/>
        </p:nvSpPr>
        <p:spPr>
          <a:xfrm>
            <a:off x="0" y="457200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8" name="TextBox 37"/>
          <p:cNvSpPr txBox="1"/>
          <p:nvPr/>
        </p:nvSpPr>
        <p:spPr>
          <a:xfrm>
            <a:off x="109728" y="470916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srgbClr val="990B22"/>
                </a:solidFill>
                <a:latin typeface="Noto Serif CJK SC"/>
                <a:ea typeface="Noto Serif CJK SC"/>
                <a:cs typeface="Noto Serif CJK SC"/>
              </a:rPr>
              <a:t>民族政策</a:t>
            </a:r>
            <a:endParaRPr>
              <a:latin typeface="Noto Serif CJK SC"/>
              <a:ea typeface="Noto Serif CJK SC"/>
            </a:endParaRPr>
          </a:p>
        </p:txBody>
      </p:sp>
      <p:sp>
        <p:nvSpPr>
          <p:cNvPr id="39" name="Rectangle 38"/>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0" name="Rectangle 39"/>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2" name="Rectangle 41"/>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3" name="TextBox 42"/>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44" name="Rectangle 43"/>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5" name="Rectangle 44"/>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6" name="TextBox 45"/>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21</a:t>
            </a:r>
            <a:endParaRPr>
              <a:latin typeface="Noto Serif CJK SC"/>
              <a:ea typeface="Noto Serif CJK SC"/>
              <a:cs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边疆</a:t>
            </a:r>
            <a:r>
              <a:rPr lang="zh-CN" sz="1500" b="0">
                <a:solidFill>
                  <a:srgbClr val="FFFFFF"/>
                </a:solidFill>
                <a:latin typeface="Noto Serif CJK SC"/>
                <a:ea typeface="Noto Serif CJK SC"/>
                <a:cs typeface="Noto Serif CJK SC"/>
              </a:rPr>
              <a:t>形势</a:t>
            </a:r>
            <a:endParaRPr lang="en-US">
              <a:latin typeface="Noto Serif CJK SC"/>
              <a:ea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学习总结</a:t>
            </a:r>
            <a:endParaRPr lang="zh-CN">
              <a:latin typeface="Noto Serif CJK SC"/>
              <a:ea typeface="Noto Serif CJK SC"/>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教育与干部培养的组织作用</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21053" y="2124075"/>
            <a:ext cx="4853178" cy="3143250"/>
          </a:xfrm>
          <a:prstGeom prst="roundRect">
            <a:avLst>
              <a:gd name="adj" fmla="val 2424"/>
            </a:avLst>
          </a:prstGeom>
          <a:solidFill>
            <a:srgbClr val="FFFFFF"/>
          </a:solidFill>
          <a:ln w="25718">
            <a:solidFill>
              <a:srgbClr val="990B22"/>
            </a:solidFill>
            <a:prstDash val="solid"/>
          </a:ln>
        </p:spPr>
        <p:txBody>
          <a:bodyPr lIns="80467" rIns="80467"/>
          <a:p>
            <a:endParaRPr>
              <a:latin typeface="Noto Serif CJK SC"/>
              <a:ea typeface="Noto Serif CJK SC"/>
              <a:cs typeface="Noto Serif CJK SC"/>
            </a:endParaRPr>
          </a:p>
        </p:txBody>
      </p:sp>
      <p:sp>
        <p:nvSpPr>
          <p:cNvPr id="8" name="frame-7"/>
          <p:cNvSpPr>
            <a:spLocks noGrp="1"/>
          </p:cNvSpPr>
          <p:nvPr/>
        </p:nvSpPr>
        <p:spPr>
          <a:xfrm>
            <a:off x="1721053" y="2124075"/>
            <a:ext cx="544830" cy="476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9" name="frame-8"/>
          <p:cNvSpPr>
            <a:spLocks noGrp="1"/>
          </p:cNvSpPr>
          <p:nvPr/>
        </p:nvSpPr>
        <p:spPr>
          <a:xfrm>
            <a:off x="1721053" y="2124075"/>
            <a:ext cx="41910" cy="49530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pic>
        <p:nvPicPr>
          <p:cNvPr id="10" name="图片 9"/>
          <p:cNvPicPr>
            <a:picLocks noChangeAspect="1"/>
          </p:cNvPicPr>
          <p:nvPr/>
        </p:nvPicPr>
        <p:blipFill>
          <a:blip r:embed="rId1"/>
          <a:stretch>
            <a:fillRect/>
          </a:stretch>
        </p:blipFill>
        <p:spPr>
          <a:xfrm>
            <a:off x="1779727" y="2199999"/>
            <a:ext cx="4735830" cy="2991401"/>
          </a:xfrm>
          <a:prstGeom prst="rect">
            <a:avLst/>
          </a:prstGeom>
        </p:spPr>
      </p:pic>
      <p:sp>
        <p:nvSpPr>
          <p:cNvPr id="11" name="frame-9"/>
          <p:cNvSpPr>
            <a:spLocks noGrp="1"/>
          </p:cNvSpPr>
          <p:nvPr/>
        </p:nvSpPr>
        <p:spPr>
          <a:xfrm>
            <a:off x="6968185" y="1714500"/>
            <a:ext cx="4501134" cy="1352550"/>
          </a:xfrm>
          <a:prstGeom prst="roundRect">
            <a:avLst>
              <a:gd name="adj" fmla="val 5634"/>
            </a:avLst>
          </a:prstGeom>
          <a:solidFill>
            <a:srgbClr val="FFFFFF"/>
          </a:solidFill>
          <a:ln w="23813">
            <a:solidFill>
              <a:srgbClr val="990B22"/>
            </a:solidFill>
            <a:prstDash val="solid"/>
          </a:ln>
        </p:spPr>
        <p:txBody>
          <a:bodyPr lIns="80467" rIns="80467"/>
          <a:p>
            <a:endParaRPr>
              <a:latin typeface="Noto Serif CJK SC"/>
              <a:ea typeface="Noto Serif CJK SC"/>
              <a:cs typeface="Noto Serif CJK SC"/>
            </a:endParaRPr>
          </a:p>
        </p:txBody>
      </p:sp>
      <p:sp>
        <p:nvSpPr>
          <p:cNvPr id="12" name="frame-10"/>
          <p:cNvSpPr>
            <a:spLocks noGrp="1"/>
          </p:cNvSpPr>
          <p:nvPr/>
        </p:nvSpPr>
        <p:spPr>
          <a:xfrm>
            <a:off x="6968185" y="1714500"/>
            <a:ext cx="67056" cy="135255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13" name="text-11"/>
          <p:cNvSpPr>
            <a:spLocks noGrp="1"/>
          </p:cNvSpPr>
          <p:nvPr/>
        </p:nvSpPr>
        <p:spPr>
          <a:xfrm>
            <a:off x="7160971" y="1809750"/>
            <a:ext cx="4115562" cy="409575"/>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l">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蒙藏学校的青年活动</a:t>
            </a:r>
            <a:endParaRPr sz="2025" b="1">
              <a:solidFill>
                <a:srgbClr val="990B22"/>
              </a:solidFill>
              <a:latin typeface="Noto Serif CJK SC"/>
              <a:ea typeface="Noto Serif CJK SC"/>
              <a:cs typeface="Noto Serif CJK SC"/>
            </a:endParaRPr>
          </a:p>
        </p:txBody>
      </p:sp>
      <p:sp>
        <p:nvSpPr>
          <p:cNvPr id="14" name="text-12"/>
          <p:cNvSpPr>
            <a:spLocks noGrp="1"/>
          </p:cNvSpPr>
          <p:nvPr/>
        </p:nvSpPr>
        <p:spPr>
          <a:xfrm>
            <a:off x="7160971" y="2266950"/>
            <a:ext cx="4115562" cy="7620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李大钊等指导青年活动，1924年蒙藏学校建立蒙古族党员组成的党支部。</a:t>
            </a:r>
            <a:endParaRPr sz="1755" b="0">
              <a:solidFill>
                <a:srgbClr val="333333"/>
              </a:solidFill>
              <a:latin typeface="Noto Serif CJK SC"/>
              <a:ea typeface="Noto Serif CJK SC"/>
              <a:cs typeface="Noto Serif CJK SC"/>
            </a:endParaRPr>
          </a:p>
        </p:txBody>
      </p:sp>
      <p:sp>
        <p:nvSpPr>
          <p:cNvPr id="15" name="frame-13"/>
          <p:cNvSpPr>
            <a:spLocks noGrp="1"/>
          </p:cNvSpPr>
          <p:nvPr/>
        </p:nvSpPr>
        <p:spPr>
          <a:xfrm>
            <a:off x="6968185" y="3219450"/>
            <a:ext cx="4501134" cy="1352550"/>
          </a:xfrm>
          <a:prstGeom prst="roundRect">
            <a:avLst>
              <a:gd name="adj" fmla="val 5634"/>
            </a:avLst>
          </a:prstGeom>
          <a:solidFill>
            <a:srgbClr val="FFFFFF"/>
          </a:solidFill>
          <a:ln w="23813">
            <a:solidFill>
              <a:srgbClr val="990B22"/>
            </a:solidFill>
            <a:prstDash val="solid"/>
          </a:ln>
        </p:spPr>
        <p:txBody>
          <a:bodyPr lIns="80467" rIns="80467"/>
          <a:p>
            <a:endParaRPr>
              <a:latin typeface="Noto Serif CJK SC"/>
              <a:ea typeface="Noto Serif CJK SC"/>
              <a:cs typeface="Noto Serif CJK SC"/>
            </a:endParaRPr>
          </a:p>
        </p:txBody>
      </p:sp>
      <p:sp>
        <p:nvSpPr>
          <p:cNvPr id="16" name="frame-14"/>
          <p:cNvSpPr>
            <a:spLocks noGrp="1"/>
          </p:cNvSpPr>
          <p:nvPr/>
        </p:nvSpPr>
        <p:spPr>
          <a:xfrm>
            <a:off x="6968185" y="3219450"/>
            <a:ext cx="67056" cy="135255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17" name="text-15"/>
          <p:cNvSpPr>
            <a:spLocks noGrp="1"/>
          </p:cNvSpPr>
          <p:nvPr/>
        </p:nvSpPr>
        <p:spPr>
          <a:xfrm>
            <a:off x="7160971" y="3314700"/>
            <a:ext cx="4115562" cy="409575"/>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l">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革命教育与地方工作</a:t>
            </a:r>
            <a:endParaRPr sz="2025" b="1">
              <a:solidFill>
                <a:srgbClr val="990B22"/>
              </a:solidFill>
              <a:latin typeface="Noto Serif CJK SC"/>
              <a:ea typeface="Noto Serif CJK SC"/>
              <a:cs typeface="Noto Serif CJK SC"/>
            </a:endParaRPr>
          </a:p>
        </p:txBody>
      </p:sp>
      <p:sp>
        <p:nvSpPr>
          <p:cNvPr id="18" name="text-16"/>
          <p:cNvSpPr>
            <a:spLocks noGrp="1"/>
          </p:cNvSpPr>
          <p:nvPr/>
        </p:nvSpPr>
        <p:spPr>
          <a:xfrm>
            <a:off x="7160971" y="3771900"/>
            <a:ext cx="4115562" cy="7620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农讲所等机构培养少数民族骨干，将革命教育与地方群众工作相联系。</a:t>
            </a:r>
            <a:endParaRPr sz="1755" b="0">
              <a:solidFill>
                <a:srgbClr val="333333"/>
              </a:solidFill>
              <a:latin typeface="Noto Serif CJK SC"/>
              <a:ea typeface="Noto Serif CJK SC"/>
              <a:cs typeface="Noto Serif CJK SC"/>
            </a:endParaRPr>
          </a:p>
        </p:txBody>
      </p:sp>
      <p:sp>
        <p:nvSpPr>
          <p:cNvPr id="19" name="frame-17"/>
          <p:cNvSpPr>
            <a:spLocks noGrp="1"/>
          </p:cNvSpPr>
          <p:nvPr/>
        </p:nvSpPr>
        <p:spPr>
          <a:xfrm>
            <a:off x="6968185" y="4724400"/>
            <a:ext cx="4501134" cy="1352550"/>
          </a:xfrm>
          <a:prstGeom prst="roundRect">
            <a:avLst>
              <a:gd name="adj" fmla="val 5634"/>
            </a:avLst>
          </a:prstGeom>
          <a:solidFill>
            <a:srgbClr val="FFFFFF"/>
          </a:solidFill>
          <a:ln w="23813">
            <a:solidFill>
              <a:srgbClr val="990B22"/>
            </a:solidFill>
            <a:prstDash val="solid"/>
          </a:ln>
        </p:spPr>
        <p:txBody>
          <a:bodyPr lIns="80467" rIns="80467"/>
          <a:p>
            <a:endParaRPr>
              <a:latin typeface="Noto Serif CJK SC"/>
              <a:ea typeface="Noto Serif CJK SC"/>
              <a:cs typeface="Noto Serif CJK SC"/>
            </a:endParaRPr>
          </a:p>
        </p:txBody>
      </p:sp>
      <p:sp>
        <p:nvSpPr>
          <p:cNvPr id="20" name="frame-18"/>
          <p:cNvSpPr>
            <a:spLocks noGrp="1"/>
          </p:cNvSpPr>
          <p:nvPr/>
        </p:nvSpPr>
        <p:spPr>
          <a:xfrm>
            <a:off x="6968185" y="4724400"/>
            <a:ext cx="67056" cy="135255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21" name="text-19"/>
          <p:cNvSpPr>
            <a:spLocks noGrp="1"/>
          </p:cNvSpPr>
          <p:nvPr/>
        </p:nvSpPr>
        <p:spPr>
          <a:xfrm>
            <a:off x="7160971" y="4819650"/>
            <a:ext cx="4115562" cy="409575"/>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l">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延安民族学院</a:t>
            </a:r>
            <a:endParaRPr sz="2025" b="1">
              <a:solidFill>
                <a:srgbClr val="990B22"/>
              </a:solidFill>
              <a:latin typeface="Noto Serif CJK SC"/>
              <a:ea typeface="Noto Serif CJK SC"/>
              <a:cs typeface="Noto Serif CJK SC"/>
            </a:endParaRPr>
          </a:p>
        </p:txBody>
      </p:sp>
      <p:sp>
        <p:nvSpPr>
          <p:cNvPr id="22" name="text-20"/>
          <p:cNvSpPr>
            <a:spLocks noGrp="1"/>
          </p:cNvSpPr>
          <p:nvPr/>
        </p:nvSpPr>
        <p:spPr>
          <a:xfrm>
            <a:off x="7160971" y="5276850"/>
            <a:ext cx="4115562" cy="762000"/>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1940年设干部学校，翌年改为延安民族学院，设蒙、回、藏、彝等班。</a:t>
            </a:r>
            <a:endParaRPr sz="1755" b="0">
              <a:solidFill>
                <a:srgbClr val="333333"/>
              </a:solidFill>
              <a:latin typeface="Noto Serif CJK SC"/>
              <a:ea typeface="Noto Serif CJK SC"/>
              <a:cs typeface="Noto Serif CJK SC"/>
            </a:endParaRPr>
          </a:p>
        </p:txBody>
      </p:sp>
      <p:sp>
        <p:nvSpPr>
          <p:cNvPr id="23" name="Rectangle 22"/>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4" name="TextBox 23"/>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25" name="TextBox 24"/>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
        <p:nvSpPr>
          <p:cNvPr id="26" name="Rectangle 25"/>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7" name="TextBox 26"/>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28" name="Rectangle 27"/>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9" name="Rectangle 28"/>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1" name="Rectangle 30"/>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2" name="Rectangle 31"/>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3" name="TextBox 32"/>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endParaRPr>
              <a:latin typeface="Noto Serif CJK SC"/>
              <a:ea typeface="Noto Serif CJK SC"/>
            </a:endParaRPr>
          </a:p>
        </p:txBody>
      </p:sp>
      <p:sp>
        <p:nvSpPr>
          <p:cNvPr id="34" name="Rectangle 33"/>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5" name="Rectangle 34"/>
          <p:cNvSpPr/>
          <p:nvPr/>
        </p:nvSpPr>
        <p:spPr>
          <a:xfrm>
            <a:off x="0" y="457200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6" name="TextBox 35"/>
          <p:cNvSpPr txBox="1"/>
          <p:nvPr/>
        </p:nvSpPr>
        <p:spPr>
          <a:xfrm>
            <a:off x="109728" y="470916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srgbClr val="990B22"/>
                </a:solidFill>
                <a:latin typeface="Noto Serif CJK SC"/>
                <a:ea typeface="Noto Serif CJK SC"/>
                <a:cs typeface="Noto Serif CJK SC"/>
              </a:rPr>
              <a:t>民族政策</a:t>
            </a:r>
            <a:endParaRPr>
              <a:latin typeface="Noto Serif CJK SC"/>
              <a:ea typeface="Noto Serif CJK SC"/>
            </a:endParaRPr>
          </a:p>
        </p:txBody>
      </p:sp>
      <p:sp>
        <p:nvSpPr>
          <p:cNvPr id="37" name="Rectangle 36"/>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8" name="Rectangle 37"/>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0" name="Rectangle 39"/>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1" name="TextBox 40"/>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42" name="Rectangle 41"/>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3" name="Rectangle 42"/>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4" name="TextBox 43"/>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22</a:t>
            </a:r>
            <a:endParaRPr>
              <a:latin typeface="Noto Serif CJK SC"/>
              <a:ea typeface="Noto Serif CJK SC"/>
              <a:cs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边疆</a:t>
            </a:r>
            <a:r>
              <a:rPr lang="zh-CN" sz="1500" b="0">
                <a:solidFill>
                  <a:srgbClr val="FFFFFF"/>
                </a:solidFill>
                <a:latin typeface="Noto Serif CJK SC"/>
                <a:ea typeface="Noto Serif CJK SC"/>
                <a:cs typeface="Noto Serif CJK SC"/>
              </a:rPr>
              <a:t>形势</a:t>
            </a:r>
            <a:endParaRPr lang="en-US">
              <a:latin typeface="Noto Serif CJK SC"/>
              <a:ea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学习总结</a:t>
            </a:r>
            <a:endParaRPr lang="zh-CN">
              <a:latin typeface="Noto Serif CJK SC"/>
              <a:ea typeface="Noto Serif CJK SC"/>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长征中的民族工作</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752600"/>
            <a:ext cx="5599176" cy="1762125"/>
          </a:xfrm>
          <a:prstGeom prst="roundRect">
            <a:avLst>
              <a:gd name="adj" fmla="val 4324"/>
            </a:avLst>
          </a:prstGeom>
          <a:solidFill>
            <a:srgbClr val="F8EEF0"/>
          </a:solidFill>
          <a:ln w="28575">
            <a:solidFill>
              <a:srgbClr val="990B22"/>
            </a:solidFill>
            <a:prstDash val="solid"/>
          </a:ln>
        </p:spPr>
        <p:txBody>
          <a:bodyPr lIns="80467" rIns="80467"/>
          <a:p>
            <a:endParaRPr>
              <a:latin typeface="Noto Serif CJK SC"/>
              <a:ea typeface="Noto Serif CJK SC"/>
              <a:cs typeface="Noto Serif CJK SC"/>
            </a:endParaRPr>
          </a:p>
        </p:txBody>
      </p:sp>
      <p:sp>
        <p:nvSpPr>
          <p:cNvPr id="8" name="frame-7"/>
          <p:cNvSpPr>
            <a:spLocks noGrp="1"/>
          </p:cNvSpPr>
          <p:nvPr/>
        </p:nvSpPr>
        <p:spPr>
          <a:xfrm>
            <a:off x="1779727" y="1752600"/>
            <a:ext cx="83820" cy="17621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9" name="text-8"/>
          <p:cNvSpPr>
            <a:spLocks noGrp="1"/>
          </p:cNvSpPr>
          <p:nvPr/>
        </p:nvSpPr>
        <p:spPr>
          <a:xfrm>
            <a:off x="1989277" y="2047875"/>
            <a:ext cx="5180076" cy="1333500"/>
          </a:xfrm>
          <a:prstGeom prst="rect">
            <a:avLst/>
          </a:prstGeom>
          <a:noFill/>
          <a:ln w="0">
            <a:noFill/>
            <a:prstDash val="solid"/>
          </a:ln>
        </p:spPr>
        <p:txBody>
          <a:bodyPr wrap="square" lIns="0" tIns="0" rIns="0" bIns="0">
            <a:noAutofit/>
          </a:bodyPr>
          <a:lstStyle>
            <a:defPPr algn="l">
              <a:defRPr sz="3000" b="1">
                <a:solidFill>
                  <a:srgbClr val="990B22"/>
                </a:solidFill>
                <a:latin typeface="Noto Serif CJK SC"/>
                <a:ea typeface="Noto Serif CJK SC"/>
                <a:cs typeface="Noto Serif CJK SC"/>
              </a:defRPr>
            </a:defPPr>
            <a:lvl1pPr algn="l">
              <a:defRPr sz="3000" b="1">
                <a:solidFill>
                  <a:srgbClr val="990B22"/>
                </a:solidFill>
                <a:latin typeface="Noto Serif CJK SC"/>
                <a:ea typeface="Noto Serif CJK SC"/>
                <a:cs typeface="Noto Serif CJK SC"/>
              </a:defRPr>
            </a:lvl1pPr>
            <a:lvl2pPr algn="l">
              <a:defRPr sz="3000" b="1">
                <a:solidFill>
                  <a:srgbClr val="990B22"/>
                </a:solidFill>
                <a:latin typeface="Noto Serif CJK SC"/>
                <a:ea typeface="Noto Serif CJK SC"/>
                <a:cs typeface="Noto Serif CJK SC"/>
              </a:defRPr>
            </a:lvl2pPr>
            <a:lvl3pPr algn="l">
              <a:defRPr sz="3000" b="1">
                <a:solidFill>
                  <a:srgbClr val="990B22"/>
                </a:solidFill>
                <a:latin typeface="Noto Serif CJK SC"/>
                <a:ea typeface="Noto Serif CJK SC"/>
                <a:cs typeface="Noto Serif CJK SC"/>
              </a:defRPr>
            </a:lvl3pPr>
            <a:lvl4pPr algn="l">
              <a:defRPr sz="3000" b="1">
                <a:solidFill>
                  <a:srgbClr val="990B22"/>
                </a:solidFill>
                <a:latin typeface="Noto Serif CJK SC"/>
                <a:ea typeface="Noto Serif CJK SC"/>
                <a:cs typeface="Noto Serif CJK SC"/>
              </a:defRPr>
            </a:lvl4pPr>
            <a:lvl5pPr algn="l">
              <a:defRPr sz="3000" b="1">
                <a:solidFill>
                  <a:srgbClr val="990B22"/>
                </a:solidFill>
                <a:latin typeface="Noto Serif CJK SC"/>
                <a:ea typeface="Noto Serif CJK SC"/>
                <a:cs typeface="Noto Serif CJK SC"/>
              </a:defRPr>
            </a:lvl5pPr>
            <a:lvl6pPr algn="l">
              <a:defRPr sz="3000" b="1">
                <a:solidFill>
                  <a:srgbClr val="990B22"/>
                </a:solidFill>
                <a:latin typeface="Noto Serif CJK SC"/>
                <a:ea typeface="Noto Serif CJK SC"/>
                <a:cs typeface="Noto Serif CJK SC"/>
              </a:defRPr>
            </a:lvl6pPr>
            <a:lvl7pPr algn="l">
              <a:defRPr sz="3000" b="1">
                <a:solidFill>
                  <a:srgbClr val="990B22"/>
                </a:solidFill>
                <a:latin typeface="Noto Serif CJK SC"/>
                <a:ea typeface="Noto Serif CJK SC"/>
                <a:cs typeface="Noto Serif CJK SC"/>
              </a:defRPr>
            </a:lvl7pPr>
            <a:lvl8pPr algn="l">
              <a:defRPr sz="3000" b="1">
                <a:solidFill>
                  <a:srgbClr val="990B22"/>
                </a:solidFill>
                <a:latin typeface="Noto Serif CJK SC"/>
                <a:ea typeface="Noto Serif CJK SC"/>
                <a:cs typeface="Noto Serif CJK SC"/>
              </a:defRPr>
            </a:lvl8pPr>
            <a:lvl9pPr algn="l">
              <a:defRPr sz="3000" b="1">
                <a:solidFill>
                  <a:srgbClr val="990B22"/>
                </a:solidFill>
                <a:latin typeface="Noto Serif CJK SC"/>
                <a:ea typeface="Noto Serif CJK SC"/>
                <a:cs typeface="Noto Serif CJK SC"/>
              </a:defRPr>
            </a:lvl9pPr>
          </a:lstStyle>
          <a:p>
            <a:pPr algn="l">
              <a:lnSpc>
                <a:spcPct val="112000"/>
              </a:lnSpc>
              <a:buNone/>
              <a:defRPr sz="3000" b="1">
                <a:solidFill>
                  <a:srgbClr val="990B22"/>
                </a:solidFill>
                <a:latin typeface="Noto Serif CJK SC"/>
                <a:ea typeface="Noto Serif CJK SC"/>
                <a:cs typeface="Noto Serif CJK SC"/>
              </a:defRPr>
            </a:pPr>
            <a:r>
              <a:rPr sz="2700" b="1">
                <a:solidFill>
                  <a:srgbClr val="990B22"/>
                </a:solidFill>
                <a:latin typeface="Noto Serif CJK SC"/>
                <a:ea typeface="Noto Serif CJK SC"/>
                <a:cs typeface="Noto Serif CJK SC"/>
              </a:rPr>
              <a:t>民族政策在军民接触中得到检验</a:t>
            </a:r>
            <a:endParaRPr sz="2700" b="1">
              <a:solidFill>
                <a:srgbClr val="990B22"/>
              </a:solidFill>
              <a:latin typeface="Noto Serif CJK SC"/>
              <a:ea typeface="Noto Serif CJK SC"/>
              <a:cs typeface="Noto Serif CJK SC"/>
            </a:endParaRPr>
          </a:p>
        </p:txBody>
      </p:sp>
      <p:sp>
        <p:nvSpPr>
          <p:cNvPr id="10" name="frame-9"/>
          <p:cNvSpPr>
            <a:spLocks noGrp="1"/>
          </p:cNvSpPr>
          <p:nvPr/>
        </p:nvSpPr>
        <p:spPr>
          <a:xfrm>
            <a:off x="1779727" y="3771900"/>
            <a:ext cx="5599176" cy="2381250"/>
          </a:xfrm>
          <a:prstGeom prst="roundRect">
            <a:avLst>
              <a:gd name="adj" fmla="val 3200"/>
            </a:avLst>
          </a:prstGeom>
          <a:solidFill>
            <a:srgbClr val="FFFFFF"/>
          </a:solidFill>
          <a:ln w="22860">
            <a:solidFill>
              <a:srgbClr val="990B22"/>
            </a:solidFill>
            <a:prstDash val="solid"/>
          </a:ln>
        </p:spPr>
        <p:txBody>
          <a:bodyPr lIns="80467" rIns="80467"/>
          <a:p>
            <a:endParaRPr>
              <a:latin typeface="Noto Serif CJK SC"/>
              <a:ea typeface="Noto Serif CJK SC"/>
              <a:cs typeface="Noto Serif CJK SC"/>
            </a:endParaRPr>
          </a:p>
        </p:txBody>
      </p:sp>
      <p:sp>
        <p:nvSpPr>
          <p:cNvPr id="11" name="text-10"/>
          <p:cNvSpPr>
            <a:spLocks noGrp="1"/>
          </p:cNvSpPr>
          <p:nvPr/>
        </p:nvSpPr>
        <p:spPr>
          <a:xfrm>
            <a:off x="1997659" y="3981450"/>
            <a:ext cx="5163312" cy="2038350"/>
          </a:xfrm>
          <a:prstGeom prst="rect">
            <a:avLst/>
          </a:prstGeom>
          <a:noFill/>
          <a:ln w="0">
            <a:noFill/>
            <a:prstDash val="solid"/>
          </a:ln>
        </p:spPr>
        <p:txBody>
          <a:bodyPr wrap="square" lIns="0" tIns="0" rIns="0" bIns="0">
            <a:noAutofit/>
          </a:bodyPr>
          <a:lstStyle>
            <a:defPPr algn="l">
              <a:defRPr sz="2100" b="0">
                <a:solidFill>
                  <a:srgbClr val="333333"/>
                </a:solidFill>
                <a:latin typeface="Noto Serif CJK SC"/>
                <a:ea typeface="Noto Serif CJK SC"/>
                <a:cs typeface="Noto Serif CJK SC"/>
              </a:defRPr>
            </a:defPPr>
            <a:lvl1pPr algn="l">
              <a:defRPr sz="2100" b="0">
                <a:solidFill>
                  <a:srgbClr val="333333"/>
                </a:solidFill>
                <a:latin typeface="Noto Serif CJK SC"/>
                <a:ea typeface="Noto Serif CJK SC"/>
                <a:cs typeface="Noto Serif CJK SC"/>
              </a:defRPr>
            </a:lvl1pPr>
            <a:lvl2pPr algn="l">
              <a:defRPr sz="2100" b="0">
                <a:solidFill>
                  <a:srgbClr val="333333"/>
                </a:solidFill>
                <a:latin typeface="Noto Serif CJK SC"/>
                <a:ea typeface="Noto Serif CJK SC"/>
                <a:cs typeface="Noto Serif CJK SC"/>
              </a:defRPr>
            </a:lvl2pPr>
            <a:lvl3pPr algn="l">
              <a:defRPr sz="2100" b="0">
                <a:solidFill>
                  <a:srgbClr val="333333"/>
                </a:solidFill>
                <a:latin typeface="Noto Serif CJK SC"/>
                <a:ea typeface="Noto Serif CJK SC"/>
                <a:cs typeface="Noto Serif CJK SC"/>
              </a:defRPr>
            </a:lvl3pPr>
            <a:lvl4pPr algn="l">
              <a:defRPr sz="2100" b="0">
                <a:solidFill>
                  <a:srgbClr val="333333"/>
                </a:solidFill>
                <a:latin typeface="Noto Serif CJK SC"/>
                <a:ea typeface="Noto Serif CJK SC"/>
                <a:cs typeface="Noto Serif CJK SC"/>
              </a:defRPr>
            </a:lvl4pPr>
            <a:lvl5pPr algn="l">
              <a:defRPr sz="2100" b="0">
                <a:solidFill>
                  <a:srgbClr val="333333"/>
                </a:solidFill>
                <a:latin typeface="Noto Serif CJK SC"/>
                <a:ea typeface="Noto Serif CJK SC"/>
                <a:cs typeface="Noto Serif CJK SC"/>
              </a:defRPr>
            </a:lvl5pPr>
            <a:lvl6pPr algn="l">
              <a:defRPr sz="2100" b="0">
                <a:solidFill>
                  <a:srgbClr val="333333"/>
                </a:solidFill>
                <a:latin typeface="Noto Serif CJK SC"/>
                <a:ea typeface="Noto Serif CJK SC"/>
                <a:cs typeface="Noto Serif CJK SC"/>
              </a:defRPr>
            </a:lvl6pPr>
            <a:lvl7pPr algn="l">
              <a:defRPr sz="2100" b="0">
                <a:solidFill>
                  <a:srgbClr val="333333"/>
                </a:solidFill>
                <a:latin typeface="Noto Serif CJK SC"/>
                <a:ea typeface="Noto Serif CJK SC"/>
                <a:cs typeface="Noto Serif CJK SC"/>
              </a:defRPr>
            </a:lvl7pPr>
            <a:lvl8pPr algn="l">
              <a:defRPr sz="2100" b="0">
                <a:solidFill>
                  <a:srgbClr val="333333"/>
                </a:solidFill>
                <a:latin typeface="Noto Serif CJK SC"/>
                <a:ea typeface="Noto Serif CJK SC"/>
                <a:cs typeface="Noto Serif CJK SC"/>
              </a:defRPr>
            </a:lvl8pPr>
            <a:lvl9pPr algn="l">
              <a:defRPr sz="2100" b="0">
                <a:solidFill>
                  <a:srgbClr val="333333"/>
                </a:solidFill>
                <a:latin typeface="Noto Serif CJK SC"/>
                <a:ea typeface="Noto Serif CJK SC"/>
                <a:cs typeface="Noto Serif CJK SC"/>
              </a:defRPr>
            </a:lvl9pPr>
          </a:lstStyle>
          <a:p>
            <a:pPr algn="l">
              <a:lnSpc>
                <a:spcPct val="112000"/>
              </a:lnSpc>
              <a:buNone/>
              <a:defRPr sz="2100" b="0">
                <a:solidFill>
                  <a:srgbClr val="333333"/>
                </a:solidFill>
                <a:latin typeface="Noto Serif CJK SC"/>
                <a:ea typeface="Noto Serif CJK SC"/>
                <a:cs typeface="Noto Serif CJK SC"/>
              </a:defRPr>
            </a:pPr>
            <a:r>
              <a:rPr sz="1890" b="0">
                <a:solidFill>
                  <a:srgbClr val="333333"/>
                </a:solidFill>
                <a:latin typeface="Noto Serif CJK SC"/>
                <a:ea typeface="Noto Serif CJK SC"/>
                <a:cs typeface="Noto Serif CJK SC"/>
              </a:rPr>
              <a:t>红军长征中尊重风俗和宗教信仰，维护群众利益，并帮助建立地方组织。贵州布依族地区的向导支援、彝族地区的小叶丹与刘伯承结盟等事例，说明实际行为如何影响地方民众对红军的认识，也使民族工作的方针得到检验和补充。</a:t>
            </a:r>
            <a:endParaRPr sz="1890" b="0">
              <a:solidFill>
                <a:srgbClr val="333333"/>
              </a:solidFill>
              <a:latin typeface="Noto Serif CJK SC"/>
              <a:ea typeface="Noto Serif CJK SC"/>
              <a:cs typeface="Noto Serif CJK SC"/>
            </a:endParaRPr>
          </a:p>
        </p:txBody>
      </p:sp>
      <p:sp>
        <p:nvSpPr>
          <p:cNvPr id="12" name="frame-11"/>
          <p:cNvSpPr>
            <a:spLocks noGrp="1"/>
          </p:cNvSpPr>
          <p:nvPr/>
        </p:nvSpPr>
        <p:spPr>
          <a:xfrm>
            <a:off x="7632065" y="1891665"/>
            <a:ext cx="4015105" cy="3893185"/>
          </a:xfrm>
          <a:prstGeom prst="roundRect">
            <a:avLst>
              <a:gd name="adj" fmla="val 2273"/>
            </a:avLst>
          </a:prstGeom>
          <a:solidFill>
            <a:srgbClr val="FFFFFF"/>
          </a:solidFill>
          <a:ln w="25718">
            <a:solidFill>
              <a:srgbClr val="990B22"/>
            </a:solidFill>
            <a:prstDash val="solid"/>
          </a:ln>
        </p:spPr>
        <p:txBody>
          <a:bodyPr lIns="80467" rIns="80467"/>
          <a:p>
            <a:endParaRPr>
              <a:latin typeface="Noto Serif CJK SC"/>
              <a:ea typeface="Noto Serif CJK SC"/>
              <a:cs typeface="Noto Serif CJK SC"/>
            </a:endParaRPr>
          </a:p>
        </p:txBody>
      </p:sp>
      <p:sp>
        <p:nvSpPr>
          <p:cNvPr id="16" name="Rectangle 15"/>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17" name="TextBox 16"/>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18" name="TextBox 17"/>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
        <p:nvSpPr>
          <p:cNvPr id="19" name="Rectangle 18"/>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0" name="TextBox 19"/>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21" name="Rectangle 20"/>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2" name="Rectangle 21"/>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4" name="Rectangle 23"/>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5" name="Rectangle 24"/>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6" name="TextBox 25"/>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endParaRPr>
              <a:latin typeface="Noto Serif CJK SC"/>
              <a:ea typeface="Noto Serif CJK SC"/>
            </a:endParaRPr>
          </a:p>
        </p:txBody>
      </p:sp>
      <p:sp>
        <p:nvSpPr>
          <p:cNvPr id="27" name="Rectangle 26"/>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8" name="Rectangle 27"/>
          <p:cNvSpPr/>
          <p:nvPr/>
        </p:nvSpPr>
        <p:spPr>
          <a:xfrm>
            <a:off x="0" y="457200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9" name="TextBox 28"/>
          <p:cNvSpPr txBox="1"/>
          <p:nvPr/>
        </p:nvSpPr>
        <p:spPr>
          <a:xfrm>
            <a:off x="109728" y="470916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srgbClr val="990B22"/>
                </a:solidFill>
                <a:latin typeface="Noto Serif CJK SC"/>
                <a:ea typeface="Noto Serif CJK SC"/>
                <a:cs typeface="Noto Serif CJK SC"/>
              </a:rPr>
              <a:t>民族政策</a:t>
            </a:r>
            <a:endParaRPr>
              <a:latin typeface="Noto Serif CJK SC"/>
              <a:ea typeface="Noto Serif CJK SC"/>
            </a:endParaRPr>
          </a:p>
        </p:txBody>
      </p:sp>
      <p:sp>
        <p:nvSpPr>
          <p:cNvPr id="30" name="Rectangle 29"/>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1" name="Rectangle 30"/>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3" name="Rectangle 32"/>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4" name="TextBox 33"/>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35" name="Rectangle 34"/>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6" name="Rectangle 35"/>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7" name="TextBox 36"/>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23</a:t>
            </a:r>
            <a:endParaRPr>
              <a:latin typeface="Noto Serif CJK SC"/>
              <a:ea typeface="Noto Serif CJK SC"/>
              <a:cs typeface="Noto Serif CJK SC"/>
            </a:endParaRPr>
          </a:p>
        </p:txBody>
      </p:sp>
      <p:pic>
        <p:nvPicPr>
          <p:cNvPr id="2" name="图片 1"/>
          <p:cNvPicPr>
            <a:picLocks noChangeAspect="1"/>
          </p:cNvPicPr>
          <p:nvPr/>
        </p:nvPicPr>
        <p:blipFill>
          <a:blip r:embed="rId1"/>
          <a:stretch>
            <a:fillRect/>
          </a:stretch>
        </p:blipFill>
        <p:spPr>
          <a:xfrm>
            <a:off x="7680325" y="1917065"/>
            <a:ext cx="3949065" cy="3851910"/>
          </a:xfrm>
          <a:prstGeom prst="rect">
            <a:avLst/>
          </a:prstGeom>
        </p:spPr>
      </p:pic>
      <p:sp>
        <p:nvSpPr>
          <p:cNvPr id="4"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边疆</a:t>
            </a:r>
            <a:r>
              <a:rPr lang="zh-CN" sz="1500" b="0">
                <a:solidFill>
                  <a:srgbClr val="FFFFFF"/>
                </a:solidFill>
                <a:latin typeface="Noto Serif CJK SC"/>
                <a:ea typeface="Noto Serif CJK SC"/>
                <a:cs typeface="Noto Serif CJK SC"/>
              </a:rPr>
              <a:t>形势</a:t>
            </a:r>
            <a:endParaRPr lang="en-US">
              <a:latin typeface="Noto Serif CJK SC"/>
              <a:ea typeface="Noto Serif CJK SC"/>
            </a:endParaRPr>
          </a:p>
        </p:txBody>
      </p:sp>
      <p:sp>
        <p:nvSpPr>
          <p:cNvPr id="39"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学习总结</a:t>
            </a:r>
            <a:endParaRPr lang="zh-CN">
              <a:latin typeface="Noto Serif CJK SC"/>
              <a:ea typeface="Noto Serif CJK SC"/>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抗战中的共同参与</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21053" y="1800225"/>
            <a:ext cx="4735830" cy="3714750"/>
          </a:xfrm>
          <a:prstGeom prst="roundRect">
            <a:avLst>
              <a:gd name="adj" fmla="val 2051"/>
            </a:avLst>
          </a:prstGeom>
          <a:solidFill>
            <a:srgbClr val="FFFFFF"/>
          </a:solidFill>
          <a:ln w="25718">
            <a:solidFill>
              <a:srgbClr val="990B22"/>
            </a:solidFill>
            <a:prstDash val="solid"/>
          </a:ln>
        </p:spPr>
        <p:txBody>
          <a:bodyPr lIns="80467" rIns="80467"/>
          <a:p>
            <a:endParaRPr>
              <a:latin typeface="Noto Serif CJK SC"/>
              <a:ea typeface="Noto Serif CJK SC"/>
              <a:cs typeface="Noto Serif CJK SC"/>
            </a:endParaRPr>
          </a:p>
        </p:txBody>
      </p:sp>
      <p:sp>
        <p:nvSpPr>
          <p:cNvPr id="8" name="frame-7"/>
          <p:cNvSpPr>
            <a:spLocks noGrp="1"/>
          </p:cNvSpPr>
          <p:nvPr/>
        </p:nvSpPr>
        <p:spPr>
          <a:xfrm>
            <a:off x="1721053" y="1800225"/>
            <a:ext cx="544830" cy="476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9" name="frame-8"/>
          <p:cNvSpPr>
            <a:spLocks noGrp="1"/>
          </p:cNvSpPr>
          <p:nvPr/>
        </p:nvSpPr>
        <p:spPr>
          <a:xfrm>
            <a:off x="1721053" y="1800225"/>
            <a:ext cx="41910" cy="49530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pic>
        <p:nvPicPr>
          <p:cNvPr id="10" name="图片 9"/>
          <p:cNvPicPr>
            <a:picLocks noChangeAspect="1"/>
          </p:cNvPicPr>
          <p:nvPr/>
        </p:nvPicPr>
        <p:blipFill>
          <a:blip r:embed="rId1"/>
          <a:stretch>
            <a:fillRect/>
          </a:stretch>
        </p:blipFill>
        <p:spPr>
          <a:xfrm>
            <a:off x="1779727" y="1867938"/>
            <a:ext cx="4618482" cy="3579324"/>
          </a:xfrm>
          <a:prstGeom prst="rect">
            <a:avLst/>
          </a:prstGeom>
        </p:spPr>
      </p:pic>
      <p:sp>
        <p:nvSpPr>
          <p:cNvPr id="11" name="frame-9"/>
          <p:cNvSpPr>
            <a:spLocks noGrp="1"/>
          </p:cNvSpPr>
          <p:nvPr/>
        </p:nvSpPr>
        <p:spPr>
          <a:xfrm>
            <a:off x="6867601" y="1819275"/>
            <a:ext cx="4601718" cy="1590675"/>
          </a:xfrm>
          <a:prstGeom prst="roundRect">
            <a:avLst>
              <a:gd name="adj" fmla="val 4790"/>
            </a:avLst>
          </a:prstGeom>
          <a:solidFill>
            <a:srgbClr val="FFFFFF"/>
          </a:solidFill>
          <a:ln w="23813">
            <a:solidFill>
              <a:srgbClr val="990B22"/>
            </a:solidFill>
            <a:prstDash val="solid"/>
          </a:ln>
        </p:spPr>
        <p:txBody>
          <a:bodyPr lIns="80467" rIns="80467"/>
          <a:p>
            <a:endParaRPr>
              <a:latin typeface="Noto Serif CJK SC"/>
              <a:ea typeface="Noto Serif CJK SC"/>
              <a:cs typeface="Noto Serif CJK SC"/>
            </a:endParaRPr>
          </a:p>
        </p:txBody>
      </p:sp>
      <p:sp>
        <p:nvSpPr>
          <p:cNvPr id="12" name="frame-10"/>
          <p:cNvSpPr>
            <a:spLocks noGrp="1"/>
          </p:cNvSpPr>
          <p:nvPr/>
        </p:nvSpPr>
        <p:spPr>
          <a:xfrm>
            <a:off x="6867601" y="1819275"/>
            <a:ext cx="67056" cy="159067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13" name="text-11"/>
          <p:cNvSpPr>
            <a:spLocks noGrp="1"/>
          </p:cNvSpPr>
          <p:nvPr/>
        </p:nvSpPr>
        <p:spPr>
          <a:xfrm>
            <a:off x="7060387" y="1914525"/>
            <a:ext cx="4216146" cy="409575"/>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l">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政治动员</a:t>
            </a:r>
            <a:endParaRPr sz="2025" b="1">
              <a:solidFill>
                <a:srgbClr val="990B22"/>
              </a:solidFill>
              <a:latin typeface="Noto Serif CJK SC"/>
              <a:ea typeface="Noto Serif CJK SC"/>
              <a:cs typeface="Noto Serif CJK SC"/>
            </a:endParaRPr>
          </a:p>
        </p:txBody>
      </p:sp>
      <p:sp>
        <p:nvSpPr>
          <p:cNvPr id="14" name="text-12"/>
          <p:cNvSpPr>
            <a:spLocks noGrp="1"/>
          </p:cNvSpPr>
          <p:nvPr/>
        </p:nvSpPr>
        <p:spPr>
          <a:xfrm>
            <a:off x="7060387" y="2371725"/>
            <a:ext cx="4216146" cy="1000125"/>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抗日民族统一战线将民族平等主张与共同抗日相联系。各民族通过参战和支援活动，逐步积累合作经验。</a:t>
            </a:r>
            <a:endParaRPr sz="1755" b="0">
              <a:solidFill>
                <a:srgbClr val="333333"/>
              </a:solidFill>
              <a:latin typeface="Noto Serif CJK SC"/>
              <a:ea typeface="Noto Serif CJK SC"/>
              <a:cs typeface="Noto Serif CJK SC"/>
            </a:endParaRPr>
          </a:p>
        </p:txBody>
      </p:sp>
      <p:sp>
        <p:nvSpPr>
          <p:cNvPr id="15" name="frame-13"/>
          <p:cNvSpPr>
            <a:spLocks noGrp="1"/>
          </p:cNvSpPr>
          <p:nvPr/>
        </p:nvSpPr>
        <p:spPr>
          <a:xfrm>
            <a:off x="6867601" y="3629025"/>
            <a:ext cx="4601718" cy="1590675"/>
          </a:xfrm>
          <a:prstGeom prst="roundRect">
            <a:avLst>
              <a:gd name="adj" fmla="val 4790"/>
            </a:avLst>
          </a:prstGeom>
          <a:solidFill>
            <a:srgbClr val="FFFFFF"/>
          </a:solidFill>
          <a:ln w="23813">
            <a:solidFill>
              <a:srgbClr val="990B22"/>
            </a:solidFill>
            <a:prstDash val="solid"/>
          </a:ln>
        </p:spPr>
        <p:txBody>
          <a:bodyPr lIns="80467" rIns="80467"/>
          <a:p>
            <a:endParaRPr>
              <a:latin typeface="Noto Serif CJK SC"/>
              <a:ea typeface="Noto Serif CJK SC"/>
              <a:cs typeface="Noto Serif CJK SC"/>
            </a:endParaRPr>
          </a:p>
        </p:txBody>
      </p:sp>
      <p:sp>
        <p:nvSpPr>
          <p:cNvPr id="16" name="frame-14"/>
          <p:cNvSpPr>
            <a:spLocks noGrp="1"/>
          </p:cNvSpPr>
          <p:nvPr/>
        </p:nvSpPr>
        <p:spPr>
          <a:xfrm>
            <a:off x="6867601" y="3629025"/>
            <a:ext cx="67056" cy="159067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17" name="text-15"/>
          <p:cNvSpPr>
            <a:spLocks noGrp="1"/>
          </p:cNvSpPr>
          <p:nvPr/>
        </p:nvSpPr>
        <p:spPr>
          <a:xfrm>
            <a:off x="7060387" y="3724275"/>
            <a:ext cx="4216146" cy="409575"/>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l">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地方实践</a:t>
            </a:r>
            <a:endParaRPr sz="2025" b="1">
              <a:solidFill>
                <a:srgbClr val="990B22"/>
              </a:solidFill>
              <a:latin typeface="Noto Serif CJK SC"/>
              <a:ea typeface="Noto Serif CJK SC"/>
              <a:cs typeface="Noto Serif CJK SC"/>
            </a:endParaRPr>
          </a:p>
        </p:txBody>
      </p:sp>
      <p:sp>
        <p:nvSpPr>
          <p:cNvPr id="18" name="text-16"/>
          <p:cNvSpPr>
            <a:spLocks noGrp="1"/>
          </p:cNvSpPr>
          <p:nvPr/>
        </p:nvSpPr>
        <p:spPr>
          <a:xfrm>
            <a:off x="7060387" y="4181475"/>
            <a:ext cx="4216146" cy="1000125"/>
          </a:xfrm>
          <a:prstGeom prst="rect">
            <a:avLst/>
          </a:prstGeom>
          <a:noFill/>
          <a:ln w="0">
            <a:noFill/>
            <a:prstDash val="solid"/>
          </a:ln>
        </p:spPr>
        <p:txBody>
          <a:bodyPr wrap="square" lIns="0" tIns="0" rIns="0" bIns="0">
            <a:noAutofit/>
          </a:bodyPr>
          <a:lstStyle>
            <a:defPPr algn="l">
              <a:defRPr sz="1950" b="0">
                <a:solidFill>
                  <a:srgbClr val="333333"/>
                </a:solidFill>
                <a:latin typeface="Noto Serif CJK SC"/>
                <a:ea typeface="Noto Serif CJK SC"/>
                <a:cs typeface="Noto Serif CJK SC"/>
              </a:defRPr>
            </a:defPPr>
            <a:lvl1pPr algn="l">
              <a:defRPr sz="1950" b="0">
                <a:solidFill>
                  <a:srgbClr val="333333"/>
                </a:solidFill>
                <a:latin typeface="Noto Serif CJK SC"/>
                <a:ea typeface="Noto Serif CJK SC"/>
                <a:cs typeface="Noto Serif CJK SC"/>
              </a:defRPr>
            </a:lvl1pPr>
            <a:lvl2pPr algn="l">
              <a:defRPr sz="1950" b="0">
                <a:solidFill>
                  <a:srgbClr val="333333"/>
                </a:solidFill>
                <a:latin typeface="Noto Serif CJK SC"/>
                <a:ea typeface="Noto Serif CJK SC"/>
                <a:cs typeface="Noto Serif CJK SC"/>
              </a:defRPr>
            </a:lvl2pPr>
            <a:lvl3pPr algn="l">
              <a:defRPr sz="1950" b="0">
                <a:solidFill>
                  <a:srgbClr val="333333"/>
                </a:solidFill>
                <a:latin typeface="Noto Serif CJK SC"/>
                <a:ea typeface="Noto Serif CJK SC"/>
                <a:cs typeface="Noto Serif CJK SC"/>
              </a:defRPr>
            </a:lvl3pPr>
            <a:lvl4pPr algn="l">
              <a:defRPr sz="1950" b="0">
                <a:solidFill>
                  <a:srgbClr val="333333"/>
                </a:solidFill>
                <a:latin typeface="Noto Serif CJK SC"/>
                <a:ea typeface="Noto Serif CJK SC"/>
                <a:cs typeface="Noto Serif CJK SC"/>
              </a:defRPr>
            </a:lvl4pPr>
            <a:lvl5pPr algn="l">
              <a:defRPr sz="1950" b="0">
                <a:solidFill>
                  <a:srgbClr val="333333"/>
                </a:solidFill>
                <a:latin typeface="Noto Serif CJK SC"/>
                <a:ea typeface="Noto Serif CJK SC"/>
                <a:cs typeface="Noto Serif CJK SC"/>
              </a:defRPr>
            </a:lvl5pPr>
            <a:lvl6pPr algn="l">
              <a:defRPr sz="1950" b="0">
                <a:solidFill>
                  <a:srgbClr val="333333"/>
                </a:solidFill>
                <a:latin typeface="Noto Serif CJK SC"/>
                <a:ea typeface="Noto Serif CJK SC"/>
                <a:cs typeface="Noto Serif CJK SC"/>
              </a:defRPr>
            </a:lvl6pPr>
            <a:lvl7pPr algn="l">
              <a:defRPr sz="1950" b="0">
                <a:solidFill>
                  <a:srgbClr val="333333"/>
                </a:solidFill>
                <a:latin typeface="Noto Serif CJK SC"/>
                <a:ea typeface="Noto Serif CJK SC"/>
                <a:cs typeface="Noto Serif CJK SC"/>
              </a:defRPr>
            </a:lvl7pPr>
            <a:lvl8pPr algn="l">
              <a:defRPr sz="1950" b="0">
                <a:solidFill>
                  <a:srgbClr val="333333"/>
                </a:solidFill>
                <a:latin typeface="Noto Serif CJK SC"/>
                <a:ea typeface="Noto Serif CJK SC"/>
                <a:cs typeface="Noto Serif CJK SC"/>
              </a:defRPr>
            </a:lvl8pPr>
            <a:lvl9pPr algn="l">
              <a:defRPr sz="1950" b="0">
                <a:solidFill>
                  <a:srgbClr val="333333"/>
                </a:solidFill>
                <a:latin typeface="Noto Serif CJK SC"/>
                <a:ea typeface="Noto Serif CJK SC"/>
                <a:cs typeface="Noto Serif CJK SC"/>
              </a:defRPr>
            </a:lvl9pPr>
          </a:lstStyle>
          <a:p>
            <a:pPr algn="l">
              <a:lnSpc>
                <a:spcPct val="112000"/>
              </a:lnSpc>
              <a:spcAft>
                <a:spcPts val="0"/>
              </a:spcAft>
              <a:buNone/>
              <a:defRPr sz="1950" b="0">
                <a:solidFill>
                  <a:srgbClr val="333333"/>
                </a:solidFill>
                <a:latin typeface="Noto Serif CJK SC"/>
                <a:ea typeface="Noto Serif CJK SC"/>
                <a:cs typeface="Noto Serif CJK SC"/>
              </a:defRPr>
            </a:pPr>
            <a:r>
              <a:rPr sz="1755" b="0">
                <a:solidFill>
                  <a:srgbClr val="333333"/>
                </a:solidFill>
                <a:latin typeface="Noto Serif CJK SC"/>
                <a:ea typeface="Noto Serif CJK SC"/>
                <a:cs typeface="Noto Serif CJK SC"/>
              </a:rPr>
              <a:t>1940年，中共中央西北工作委员会拟定有关回回民族和蒙古民族问题的提纲，将政策研究与具体民族工作相结合。</a:t>
            </a:r>
            <a:endParaRPr sz="1755" b="0">
              <a:solidFill>
                <a:srgbClr val="333333"/>
              </a:solidFill>
              <a:latin typeface="Noto Serif CJK SC"/>
              <a:ea typeface="Noto Serif CJK SC"/>
              <a:cs typeface="Noto Serif CJK SC"/>
            </a:endParaRPr>
          </a:p>
        </p:txBody>
      </p:sp>
      <p:sp>
        <p:nvSpPr>
          <p:cNvPr id="19" name="frame-17"/>
          <p:cNvSpPr>
            <a:spLocks noGrp="1"/>
          </p:cNvSpPr>
          <p:nvPr/>
        </p:nvSpPr>
        <p:spPr>
          <a:xfrm>
            <a:off x="6867601" y="5514975"/>
            <a:ext cx="4601718" cy="714375"/>
          </a:xfrm>
          <a:prstGeom prst="roundRect">
            <a:avLst>
              <a:gd name="adj" fmla="val 10667"/>
            </a:avLst>
          </a:prstGeom>
          <a:solidFill>
            <a:srgbClr val="F8EEF0"/>
          </a:solidFill>
          <a:ln w="22860">
            <a:solidFill>
              <a:srgbClr val="990B22"/>
            </a:solidFill>
            <a:prstDash val="solid"/>
          </a:ln>
        </p:spPr>
        <p:txBody>
          <a:bodyPr lIns="80467" rIns="80467"/>
          <a:p>
            <a:endParaRPr>
              <a:latin typeface="Noto Serif CJK SC"/>
              <a:ea typeface="Noto Serif CJK SC"/>
              <a:cs typeface="Noto Serif CJK SC"/>
            </a:endParaRPr>
          </a:p>
        </p:txBody>
      </p:sp>
      <p:sp>
        <p:nvSpPr>
          <p:cNvPr id="20" name="text-18"/>
          <p:cNvSpPr>
            <a:spLocks noGrp="1"/>
          </p:cNvSpPr>
          <p:nvPr/>
        </p:nvSpPr>
        <p:spPr>
          <a:xfrm>
            <a:off x="7043623" y="5638800"/>
            <a:ext cx="4249674" cy="561975"/>
          </a:xfrm>
          <a:prstGeom prst="rect">
            <a:avLst/>
          </a:prstGeom>
          <a:noFill/>
          <a:ln w="0">
            <a:noFill/>
            <a:prstDash val="solid"/>
          </a:ln>
        </p:spPr>
        <p:txBody>
          <a:bodyPr wrap="square" lIns="0" tIns="0" rIns="0" bIns="0">
            <a:noAutofit/>
          </a:bodyPr>
          <a:lstStyle>
            <a:defPPr algn="l">
              <a:defRPr sz="1875" b="0">
                <a:solidFill>
                  <a:srgbClr val="990B22"/>
                </a:solidFill>
                <a:latin typeface="Noto Serif CJK SC"/>
                <a:ea typeface="Noto Serif CJK SC"/>
                <a:cs typeface="Noto Serif CJK SC"/>
              </a:defRPr>
            </a:defPPr>
            <a:lvl1pPr algn="l">
              <a:defRPr sz="1875" b="0">
                <a:solidFill>
                  <a:srgbClr val="990B22"/>
                </a:solidFill>
                <a:latin typeface="Noto Serif CJK SC"/>
                <a:ea typeface="Noto Serif CJK SC"/>
                <a:cs typeface="Noto Serif CJK SC"/>
              </a:defRPr>
            </a:lvl1pPr>
            <a:lvl2pPr algn="l">
              <a:defRPr sz="1875" b="0">
                <a:solidFill>
                  <a:srgbClr val="990B22"/>
                </a:solidFill>
                <a:latin typeface="Noto Serif CJK SC"/>
                <a:ea typeface="Noto Serif CJK SC"/>
                <a:cs typeface="Noto Serif CJK SC"/>
              </a:defRPr>
            </a:lvl2pPr>
            <a:lvl3pPr algn="l">
              <a:defRPr sz="1875" b="0">
                <a:solidFill>
                  <a:srgbClr val="990B22"/>
                </a:solidFill>
                <a:latin typeface="Noto Serif CJK SC"/>
                <a:ea typeface="Noto Serif CJK SC"/>
                <a:cs typeface="Noto Serif CJK SC"/>
              </a:defRPr>
            </a:lvl3pPr>
            <a:lvl4pPr algn="l">
              <a:defRPr sz="1875" b="0">
                <a:solidFill>
                  <a:srgbClr val="990B22"/>
                </a:solidFill>
                <a:latin typeface="Noto Serif CJK SC"/>
                <a:ea typeface="Noto Serif CJK SC"/>
                <a:cs typeface="Noto Serif CJK SC"/>
              </a:defRPr>
            </a:lvl4pPr>
            <a:lvl5pPr algn="l">
              <a:defRPr sz="1875" b="0">
                <a:solidFill>
                  <a:srgbClr val="990B22"/>
                </a:solidFill>
                <a:latin typeface="Noto Serif CJK SC"/>
                <a:ea typeface="Noto Serif CJK SC"/>
                <a:cs typeface="Noto Serif CJK SC"/>
              </a:defRPr>
            </a:lvl5pPr>
            <a:lvl6pPr algn="l">
              <a:defRPr sz="1875" b="0">
                <a:solidFill>
                  <a:srgbClr val="990B22"/>
                </a:solidFill>
                <a:latin typeface="Noto Serif CJK SC"/>
                <a:ea typeface="Noto Serif CJK SC"/>
                <a:cs typeface="Noto Serif CJK SC"/>
              </a:defRPr>
            </a:lvl6pPr>
            <a:lvl7pPr algn="l">
              <a:defRPr sz="1875" b="0">
                <a:solidFill>
                  <a:srgbClr val="990B22"/>
                </a:solidFill>
                <a:latin typeface="Noto Serif CJK SC"/>
                <a:ea typeface="Noto Serif CJK SC"/>
                <a:cs typeface="Noto Serif CJK SC"/>
              </a:defRPr>
            </a:lvl7pPr>
            <a:lvl8pPr algn="l">
              <a:defRPr sz="1875" b="0">
                <a:solidFill>
                  <a:srgbClr val="990B22"/>
                </a:solidFill>
                <a:latin typeface="Noto Serif CJK SC"/>
                <a:ea typeface="Noto Serif CJK SC"/>
                <a:cs typeface="Noto Serif CJK SC"/>
              </a:defRPr>
            </a:lvl8pPr>
            <a:lvl9pPr algn="l">
              <a:defRPr sz="1875" b="0">
                <a:solidFill>
                  <a:srgbClr val="990B22"/>
                </a:solidFill>
                <a:latin typeface="Noto Serif CJK SC"/>
                <a:ea typeface="Noto Serif CJK SC"/>
                <a:cs typeface="Noto Serif CJK SC"/>
              </a:defRPr>
            </a:lvl9pPr>
          </a:lstStyle>
          <a:p>
            <a:pPr algn="l">
              <a:lnSpc>
                <a:spcPct val="112000"/>
              </a:lnSpc>
              <a:spcAft>
                <a:spcPts val="0"/>
              </a:spcAft>
              <a:buNone/>
              <a:defRPr sz="1875" b="0">
                <a:solidFill>
                  <a:srgbClr val="990B22"/>
                </a:solidFill>
                <a:latin typeface="Noto Serif CJK SC"/>
                <a:ea typeface="Noto Serif CJK SC"/>
                <a:cs typeface="Noto Serif CJK SC"/>
              </a:defRPr>
            </a:pPr>
            <a:r>
              <a:rPr sz="1685" b="0">
                <a:solidFill>
                  <a:srgbClr val="990B22"/>
                </a:solidFill>
                <a:latin typeface="Noto Serif CJK SC"/>
                <a:ea typeface="Noto Serif CJK SC"/>
                <a:cs typeface="Noto Serif CJK SC"/>
              </a:rPr>
              <a:t>共同抗战为民族团结提供实践基础。</a:t>
            </a:r>
            <a:endParaRPr sz="1685" b="0">
              <a:solidFill>
                <a:srgbClr val="990B22"/>
              </a:solidFill>
              <a:latin typeface="Noto Serif CJK SC"/>
              <a:ea typeface="Noto Serif CJK SC"/>
              <a:cs typeface="Noto Serif CJK SC"/>
            </a:endParaRPr>
          </a:p>
        </p:txBody>
      </p:sp>
      <p:sp>
        <p:nvSpPr>
          <p:cNvPr id="21" name="Rectangle 20"/>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2" name="TextBox 21"/>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23" name="TextBox 22"/>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
        <p:nvSpPr>
          <p:cNvPr id="24" name="Rectangle 23"/>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5" name="TextBox 24"/>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26" name="Rectangle 25"/>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7" name="Rectangle 26"/>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9" name="Rectangle 28"/>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0" name="Rectangle 29"/>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1" name="TextBox 30"/>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endParaRPr>
              <a:latin typeface="Noto Serif CJK SC"/>
              <a:ea typeface="Noto Serif CJK SC"/>
            </a:endParaRPr>
          </a:p>
        </p:txBody>
      </p:sp>
      <p:sp>
        <p:nvSpPr>
          <p:cNvPr id="32" name="Rectangle 31"/>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3" name="Rectangle 32"/>
          <p:cNvSpPr/>
          <p:nvPr/>
        </p:nvSpPr>
        <p:spPr>
          <a:xfrm>
            <a:off x="0" y="457200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4" name="TextBox 33"/>
          <p:cNvSpPr txBox="1"/>
          <p:nvPr/>
        </p:nvSpPr>
        <p:spPr>
          <a:xfrm>
            <a:off x="109728" y="470916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srgbClr val="990B22"/>
                </a:solidFill>
                <a:latin typeface="Noto Serif CJK SC"/>
                <a:ea typeface="Noto Serif CJK SC"/>
                <a:cs typeface="Noto Serif CJK SC"/>
              </a:rPr>
              <a:t>民族政策</a:t>
            </a:r>
            <a:endParaRPr>
              <a:latin typeface="Noto Serif CJK SC"/>
              <a:ea typeface="Noto Serif CJK SC"/>
            </a:endParaRPr>
          </a:p>
        </p:txBody>
      </p:sp>
      <p:sp>
        <p:nvSpPr>
          <p:cNvPr id="35" name="Rectangle 34"/>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6" name="Rectangle 35"/>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8" name="Rectangle 37"/>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9" name="TextBox 38"/>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40" name="Rectangle 39"/>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1" name="Rectangle 40"/>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2" name="TextBox 41"/>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24</a:t>
            </a:r>
            <a:endParaRPr>
              <a:latin typeface="Noto Serif CJK SC"/>
              <a:ea typeface="Noto Serif CJK SC"/>
              <a:cs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边疆</a:t>
            </a:r>
            <a:r>
              <a:rPr lang="zh-CN" sz="1500" b="0">
                <a:solidFill>
                  <a:srgbClr val="FFFFFF"/>
                </a:solidFill>
                <a:latin typeface="Noto Serif CJK SC"/>
                <a:ea typeface="Noto Serif CJK SC"/>
                <a:cs typeface="Noto Serif CJK SC"/>
              </a:rPr>
              <a:t>形势</a:t>
            </a:r>
            <a:endParaRPr lang="en-US">
              <a:latin typeface="Noto Serif CJK SC"/>
              <a:ea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学习总结</a:t>
            </a:r>
            <a:endParaRPr lang="zh-CN">
              <a:latin typeface="Noto Serif CJK SC"/>
              <a:ea typeface="Noto Serif CJK SC"/>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1947年内蒙古自治政府成立</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733550"/>
            <a:ext cx="4626864" cy="114300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8" name="text-7"/>
          <p:cNvSpPr>
            <a:spLocks noGrp="1"/>
          </p:cNvSpPr>
          <p:nvPr/>
        </p:nvSpPr>
        <p:spPr>
          <a:xfrm>
            <a:off x="1947367" y="1857375"/>
            <a:ext cx="1885950" cy="857250"/>
          </a:xfrm>
          <a:prstGeom prst="rect">
            <a:avLst/>
          </a:prstGeom>
          <a:noFill/>
          <a:ln w="0">
            <a:noFill/>
            <a:prstDash val="solid"/>
          </a:ln>
        </p:spPr>
        <p:txBody>
          <a:bodyPr wrap="square" lIns="0" tIns="0" rIns="0" bIns="0">
            <a:noAutofit/>
          </a:bodyPr>
          <a:lstStyle>
            <a:defPPr algn="l">
              <a:defRPr sz="4650" b="0">
                <a:solidFill>
                  <a:srgbClr val="FFFFFF"/>
                </a:solidFill>
                <a:latin typeface="Noto Serif CJK SC"/>
                <a:ea typeface="Noto Serif CJK SC"/>
                <a:cs typeface="Noto Serif CJK SC"/>
              </a:defRPr>
            </a:defPPr>
            <a:lvl1pPr algn="l">
              <a:defRPr sz="4650" b="0">
                <a:solidFill>
                  <a:srgbClr val="FFFFFF"/>
                </a:solidFill>
                <a:latin typeface="Noto Serif CJK SC"/>
                <a:ea typeface="Noto Serif CJK SC"/>
                <a:cs typeface="Noto Serif CJK SC"/>
              </a:defRPr>
            </a:lvl1pPr>
            <a:lvl2pPr algn="l">
              <a:defRPr sz="4650" b="0">
                <a:solidFill>
                  <a:srgbClr val="FFFFFF"/>
                </a:solidFill>
                <a:latin typeface="Noto Serif CJK SC"/>
                <a:ea typeface="Noto Serif CJK SC"/>
                <a:cs typeface="Noto Serif CJK SC"/>
              </a:defRPr>
            </a:lvl2pPr>
            <a:lvl3pPr algn="l">
              <a:defRPr sz="4650" b="0">
                <a:solidFill>
                  <a:srgbClr val="FFFFFF"/>
                </a:solidFill>
                <a:latin typeface="Noto Serif CJK SC"/>
                <a:ea typeface="Noto Serif CJK SC"/>
                <a:cs typeface="Noto Serif CJK SC"/>
              </a:defRPr>
            </a:lvl3pPr>
            <a:lvl4pPr algn="l">
              <a:defRPr sz="4650" b="0">
                <a:solidFill>
                  <a:srgbClr val="FFFFFF"/>
                </a:solidFill>
                <a:latin typeface="Noto Serif CJK SC"/>
                <a:ea typeface="Noto Serif CJK SC"/>
                <a:cs typeface="Noto Serif CJK SC"/>
              </a:defRPr>
            </a:lvl4pPr>
            <a:lvl5pPr algn="l">
              <a:defRPr sz="4650" b="0">
                <a:solidFill>
                  <a:srgbClr val="FFFFFF"/>
                </a:solidFill>
                <a:latin typeface="Noto Serif CJK SC"/>
                <a:ea typeface="Noto Serif CJK SC"/>
                <a:cs typeface="Noto Serif CJK SC"/>
              </a:defRPr>
            </a:lvl5pPr>
            <a:lvl6pPr algn="l">
              <a:defRPr sz="4650" b="0">
                <a:solidFill>
                  <a:srgbClr val="FFFFFF"/>
                </a:solidFill>
                <a:latin typeface="Noto Serif CJK SC"/>
                <a:ea typeface="Noto Serif CJK SC"/>
                <a:cs typeface="Noto Serif CJK SC"/>
              </a:defRPr>
            </a:lvl6pPr>
            <a:lvl7pPr algn="l">
              <a:defRPr sz="4650" b="0">
                <a:solidFill>
                  <a:srgbClr val="FFFFFF"/>
                </a:solidFill>
                <a:latin typeface="Noto Serif CJK SC"/>
                <a:ea typeface="Noto Serif CJK SC"/>
                <a:cs typeface="Noto Serif CJK SC"/>
              </a:defRPr>
            </a:lvl7pPr>
            <a:lvl8pPr algn="l">
              <a:defRPr sz="4650" b="0">
                <a:solidFill>
                  <a:srgbClr val="FFFFFF"/>
                </a:solidFill>
                <a:latin typeface="Noto Serif CJK SC"/>
                <a:ea typeface="Noto Serif CJK SC"/>
                <a:cs typeface="Noto Serif CJK SC"/>
              </a:defRPr>
            </a:lvl8pPr>
            <a:lvl9pPr algn="l">
              <a:defRPr sz="4650" b="0">
                <a:solidFill>
                  <a:srgbClr val="FFFFFF"/>
                </a:solidFill>
                <a:latin typeface="Noto Serif CJK SC"/>
                <a:ea typeface="Noto Serif CJK SC"/>
                <a:cs typeface="Noto Serif CJK SC"/>
              </a:defRPr>
            </a:lvl9pPr>
          </a:lstStyle>
          <a:p>
            <a:pPr algn="l">
              <a:lnSpc>
                <a:spcPct val="112000"/>
              </a:lnSpc>
              <a:buNone/>
              <a:defRPr sz="4650" b="0">
                <a:solidFill>
                  <a:srgbClr val="FFFFFF"/>
                </a:solidFill>
                <a:latin typeface="Noto Serif CJK SC"/>
                <a:ea typeface="Noto Serif CJK SC"/>
                <a:cs typeface="Noto Serif CJK SC"/>
              </a:defRPr>
            </a:pPr>
            <a:r>
              <a:rPr sz="4185" b="0">
                <a:solidFill>
                  <a:srgbClr val="FFFFFF"/>
                </a:solidFill>
                <a:latin typeface="Noto Serif CJK SC"/>
                <a:ea typeface="Noto Serif CJK SC"/>
                <a:cs typeface="Noto Serif CJK SC"/>
              </a:rPr>
              <a:t>1947</a:t>
            </a:r>
            <a:endParaRPr sz="4185" b="0">
              <a:solidFill>
                <a:srgbClr val="FFFFFF"/>
              </a:solidFill>
              <a:latin typeface="Noto Serif CJK SC"/>
              <a:ea typeface="Noto Serif CJK SC"/>
              <a:cs typeface="Noto Serif CJK SC"/>
            </a:endParaRPr>
          </a:p>
        </p:txBody>
      </p:sp>
      <p:sp>
        <p:nvSpPr>
          <p:cNvPr id="9" name="text-8"/>
          <p:cNvSpPr>
            <a:spLocks noGrp="1"/>
          </p:cNvSpPr>
          <p:nvPr/>
        </p:nvSpPr>
        <p:spPr>
          <a:xfrm>
            <a:off x="3933901" y="2047875"/>
            <a:ext cx="2313432" cy="666750"/>
          </a:xfrm>
          <a:prstGeom prst="rect">
            <a:avLst/>
          </a:prstGeom>
          <a:noFill/>
          <a:ln w="0">
            <a:noFill/>
            <a:prstDash val="solid"/>
          </a:ln>
        </p:spPr>
        <p:txBody>
          <a:bodyPr wrap="square" lIns="0" tIns="0" rIns="0" bIns="0">
            <a:noAutofit/>
          </a:bodyPr>
          <a:lstStyle>
            <a:defPPr algn="l">
              <a:defRPr sz="2850" b="0">
                <a:solidFill>
                  <a:srgbClr val="FFFFFF"/>
                </a:solidFill>
                <a:latin typeface="Noto Serif CJK SC"/>
                <a:ea typeface="Noto Serif CJK SC"/>
                <a:cs typeface="Noto Serif CJK SC"/>
              </a:defRPr>
            </a:defPPr>
            <a:lvl1pPr algn="l">
              <a:defRPr sz="2850" b="0">
                <a:solidFill>
                  <a:srgbClr val="FFFFFF"/>
                </a:solidFill>
                <a:latin typeface="Noto Serif CJK SC"/>
                <a:ea typeface="Noto Serif CJK SC"/>
                <a:cs typeface="Noto Serif CJK SC"/>
              </a:defRPr>
            </a:lvl1pPr>
            <a:lvl2pPr algn="l">
              <a:defRPr sz="2850" b="0">
                <a:solidFill>
                  <a:srgbClr val="FFFFFF"/>
                </a:solidFill>
                <a:latin typeface="Noto Serif CJK SC"/>
                <a:ea typeface="Noto Serif CJK SC"/>
                <a:cs typeface="Noto Serif CJK SC"/>
              </a:defRPr>
            </a:lvl2pPr>
            <a:lvl3pPr algn="l">
              <a:defRPr sz="2850" b="0">
                <a:solidFill>
                  <a:srgbClr val="FFFFFF"/>
                </a:solidFill>
                <a:latin typeface="Noto Serif CJK SC"/>
                <a:ea typeface="Noto Serif CJK SC"/>
                <a:cs typeface="Noto Serif CJK SC"/>
              </a:defRPr>
            </a:lvl3pPr>
            <a:lvl4pPr algn="l">
              <a:defRPr sz="2850" b="0">
                <a:solidFill>
                  <a:srgbClr val="FFFFFF"/>
                </a:solidFill>
                <a:latin typeface="Noto Serif CJK SC"/>
                <a:ea typeface="Noto Serif CJK SC"/>
                <a:cs typeface="Noto Serif CJK SC"/>
              </a:defRPr>
            </a:lvl4pPr>
            <a:lvl5pPr algn="l">
              <a:defRPr sz="2850" b="0">
                <a:solidFill>
                  <a:srgbClr val="FFFFFF"/>
                </a:solidFill>
                <a:latin typeface="Noto Serif CJK SC"/>
                <a:ea typeface="Noto Serif CJK SC"/>
                <a:cs typeface="Noto Serif CJK SC"/>
              </a:defRPr>
            </a:lvl5pPr>
            <a:lvl6pPr algn="l">
              <a:defRPr sz="2850" b="0">
                <a:solidFill>
                  <a:srgbClr val="FFFFFF"/>
                </a:solidFill>
                <a:latin typeface="Noto Serif CJK SC"/>
                <a:ea typeface="Noto Serif CJK SC"/>
                <a:cs typeface="Noto Serif CJK SC"/>
              </a:defRPr>
            </a:lvl6pPr>
            <a:lvl7pPr algn="l">
              <a:defRPr sz="2850" b="0">
                <a:solidFill>
                  <a:srgbClr val="FFFFFF"/>
                </a:solidFill>
                <a:latin typeface="Noto Serif CJK SC"/>
                <a:ea typeface="Noto Serif CJK SC"/>
                <a:cs typeface="Noto Serif CJK SC"/>
              </a:defRPr>
            </a:lvl7pPr>
            <a:lvl8pPr algn="l">
              <a:defRPr sz="2850" b="0">
                <a:solidFill>
                  <a:srgbClr val="FFFFFF"/>
                </a:solidFill>
                <a:latin typeface="Noto Serif CJK SC"/>
                <a:ea typeface="Noto Serif CJK SC"/>
                <a:cs typeface="Noto Serif CJK SC"/>
              </a:defRPr>
            </a:lvl8pPr>
            <a:lvl9pPr algn="l">
              <a:defRPr sz="2850" b="0">
                <a:solidFill>
                  <a:srgbClr val="FFFFFF"/>
                </a:solidFill>
                <a:latin typeface="Noto Serif CJK SC"/>
                <a:ea typeface="Noto Serif CJK SC"/>
                <a:cs typeface="Noto Serif CJK SC"/>
              </a:defRPr>
            </a:lvl9pPr>
          </a:lstStyle>
          <a:p>
            <a:pPr algn="l">
              <a:lnSpc>
                <a:spcPct val="112000"/>
              </a:lnSpc>
              <a:buNone/>
              <a:defRPr sz="2850" b="0">
                <a:solidFill>
                  <a:srgbClr val="FFFFFF"/>
                </a:solidFill>
                <a:latin typeface="Noto Serif CJK SC"/>
                <a:ea typeface="Noto Serif CJK SC"/>
                <a:cs typeface="Noto Serif CJK SC"/>
              </a:defRPr>
            </a:pPr>
            <a:r>
              <a:rPr sz="2565" b="0">
                <a:solidFill>
                  <a:srgbClr val="FFFFFF"/>
                </a:solidFill>
                <a:latin typeface="Noto Serif CJK SC"/>
                <a:ea typeface="Noto Serif CJK SC"/>
                <a:cs typeface="Noto Serif CJK SC"/>
              </a:rPr>
              <a:t>5月1日</a:t>
            </a:r>
            <a:endParaRPr sz="2565" b="0">
              <a:solidFill>
                <a:srgbClr val="FFFFFF"/>
              </a:solidFill>
              <a:latin typeface="Noto Serif CJK SC"/>
              <a:ea typeface="Noto Serif CJK SC"/>
              <a:cs typeface="Noto Serif CJK SC"/>
            </a:endParaRPr>
          </a:p>
        </p:txBody>
      </p:sp>
      <p:sp>
        <p:nvSpPr>
          <p:cNvPr id="10" name="frame-9"/>
          <p:cNvSpPr>
            <a:spLocks noGrp="1"/>
          </p:cNvSpPr>
          <p:nvPr/>
        </p:nvSpPr>
        <p:spPr>
          <a:xfrm>
            <a:off x="1779727" y="3162300"/>
            <a:ext cx="4626864" cy="1133475"/>
          </a:xfrm>
          <a:prstGeom prst="roundRect">
            <a:avLst>
              <a:gd name="adj" fmla="val 6723"/>
            </a:avLst>
          </a:prstGeom>
          <a:solidFill>
            <a:srgbClr val="F8EEF0"/>
          </a:solidFill>
          <a:ln w="22860">
            <a:solidFill>
              <a:srgbClr val="990B22"/>
            </a:solidFill>
            <a:prstDash val="solid"/>
          </a:ln>
        </p:spPr>
        <p:txBody>
          <a:bodyPr lIns="80467" rIns="80467"/>
          <a:p>
            <a:endParaRPr>
              <a:latin typeface="Noto Serif CJK SC"/>
              <a:ea typeface="Noto Serif CJK SC"/>
              <a:cs typeface="Noto Serif CJK SC"/>
            </a:endParaRPr>
          </a:p>
        </p:txBody>
      </p:sp>
      <p:sp>
        <p:nvSpPr>
          <p:cNvPr id="11" name="text-10"/>
          <p:cNvSpPr>
            <a:spLocks noGrp="1"/>
          </p:cNvSpPr>
          <p:nvPr/>
        </p:nvSpPr>
        <p:spPr>
          <a:xfrm>
            <a:off x="1980895" y="3495675"/>
            <a:ext cx="4224528" cy="666750"/>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l">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国家统一与地方参与的制度联系</a:t>
            </a:r>
            <a:endParaRPr sz="2025" b="1">
              <a:solidFill>
                <a:srgbClr val="990B22"/>
              </a:solidFill>
              <a:latin typeface="Noto Serif CJK SC"/>
              <a:ea typeface="Noto Serif CJK SC"/>
              <a:cs typeface="Noto Serif CJK SC"/>
            </a:endParaRPr>
          </a:p>
        </p:txBody>
      </p:sp>
      <p:sp>
        <p:nvSpPr>
          <p:cNvPr id="12" name="text-11"/>
          <p:cNvSpPr>
            <a:spLocks noGrp="1"/>
          </p:cNvSpPr>
          <p:nvPr/>
        </p:nvSpPr>
        <p:spPr>
          <a:xfrm>
            <a:off x="1796491" y="4600575"/>
            <a:ext cx="4593336" cy="165735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l">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1947年5月1日，内蒙古自治政府成立。原书将这一事件置于抗战胜利后民族工作和自治运动的发展中，强调其对民族团结及自治制度实践的意义。研读时可进一步考察参与群体、组织程序与权力配置。</a:t>
            </a:r>
            <a:endParaRPr sz="1820" b="0">
              <a:solidFill>
                <a:srgbClr val="333333"/>
              </a:solidFill>
              <a:latin typeface="Noto Serif CJK SC"/>
              <a:ea typeface="Noto Serif CJK SC"/>
              <a:cs typeface="Noto Serif CJK SC"/>
            </a:endParaRPr>
          </a:p>
        </p:txBody>
      </p:sp>
      <p:sp>
        <p:nvSpPr>
          <p:cNvPr id="13" name="frame-12"/>
          <p:cNvSpPr>
            <a:spLocks noGrp="1"/>
          </p:cNvSpPr>
          <p:nvPr/>
        </p:nvSpPr>
        <p:spPr>
          <a:xfrm>
            <a:off x="6850837" y="1952625"/>
            <a:ext cx="4677156" cy="3857625"/>
          </a:xfrm>
          <a:prstGeom prst="roundRect">
            <a:avLst>
              <a:gd name="adj" fmla="val 1975"/>
            </a:avLst>
          </a:prstGeom>
          <a:solidFill>
            <a:srgbClr val="FFFFFF"/>
          </a:solidFill>
          <a:ln w="25718">
            <a:solidFill>
              <a:srgbClr val="990B22"/>
            </a:solidFill>
            <a:prstDash val="solid"/>
          </a:ln>
        </p:spPr>
        <p:txBody>
          <a:bodyPr lIns="80467" rIns="80467"/>
          <a:p>
            <a:endParaRPr>
              <a:latin typeface="Noto Serif CJK SC"/>
              <a:ea typeface="Noto Serif CJK SC"/>
              <a:cs typeface="Noto Serif CJK SC"/>
            </a:endParaRPr>
          </a:p>
        </p:txBody>
      </p:sp>
      <p:sp>
        <p:nvSpPr>
          <p:cNvPr id="14" name="frame-13"/>
          <p:cNvSpPr>
            <a:spLocks noGrp="1"/>
          </p:cNvSpPr>
          <p:nvPr/>
        </p:nvSpPr>
        <p:spPr>
          <a:xfrm>
            <a:off x="6850837" y="1952625"/>
            <a:ext cx="544830" cy="47625"/>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sp>
        <p:nvSpPr>
          <p:cNvPr id="15" name="frame-14"/>
          <p:cNvSpPr>
            <a:spLocks noGrp="1"/>
          </p:cNvSpPr>
          <p:nvPr/>
        </p:nvSpPr>
        <p:spPr>
          <a:xfrm>
            <a:off x="6850837" y="1952625"/>
            <a:ext cx="41910" cy="495300"/>
          </a:xfrm>
          <a:prstGeom prst="rect">
            <a:avLst/>
          </a:prstGeom>
          <a:solidFill>
            <a:srgbClr val="990B22"/>
          </a:solidFill>
          <a:ln w="0">
            <a:noFill/>
            <a:prstDash val="solid"/>
          </a:ln>
        </p:spPr>
        <p:txBody>
          <a:bodyPr lIns="80467" rIns="80467"/>
          <a:p>
            <a:endParaRPr>
              <a:latin typeface="Noto Serif CJK SC"/>
              <a:ea typeface="Noto Serif CJK SC"/>
              <a:cs typeface="Noto Serif CJK SC"/>
            </a:endParaRPr>
          </a:p>
        </p:txBody>
      </p:sp>
      <p:pic>
        <p:nvPicPr>
          <p:cNvPr id="16" name="图片 15"/>
          <p:cNvPicPr>
            <a:picLocks noChangeAspect="1"/>
          </p:cNvPicPr>
          <p:nvPr/>
        </p:nvPicPr>
        <p:blipFill>
          <a:blip r:embed="rId1"/>
          <a:stretch>
            <a:fillRect/>
          </a:stretch>
        </p:blipFill>
        <p:spPr>
          <a:xfrm>
            <a:off x="6909511" y="2019300"/>
            <a:ext cx="4559808" cy="3724275"/>
          </a:xfrm>
          <a:prstGeom prst="rect">
            <a:avLst/>
          </a:prstGeom>
        </p:spPr>
      </p:pic>
      <p:sp>
        <p:nvSpPr>
          <p:cNvPr id="17" name="Rectangle 16"/>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18" name="TextBox 17"/>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19" name="TextBox 18"/>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
        <p:nvSpPr>
          <p:cNvPr id="20" name="Rectangle 19"/>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1" name="TextBox 20"/>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22" name="Rectangle 21"/>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3" name="Rectangle 22"/>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5" name="Rectangle 24"/>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6" name="Rectangle 25"/>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7" name="TextBox 26"/>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endParaRPr>
              <a:latin typeface="Noto Serif CJK SC"/>
              <a:ea typeface="Noto Serif CJK SC"/>
            </a:endParaRPr>
          </a:p>
        </p:txBody>
      </p:sp>
      <p:sp>
        <p:nvSpPr>
          <p:cNvPr id="28" name="Rectangle 27"/>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29" name="Rectangle 28"/>
          <p:cNvSpPr/>
          <p:nvPr/>
        </p:nvSpPr>
        <p:spPr>
          <a:xfrm>
            <a:off x="0" y="457200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0" name="TextBox 29"/>
          <p:cNvSpPr txBox="1"/>
          <p:nvPr/>
        </p:nvSpPr>
        <p:spPr>
          <a:xfrm>
            <a:off x="109728" y="470916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srgbClr val="990B22"/>
                </a:solidFill>
                <a:latin typeface="Noto Serif CJK SC"/>
                <a:ea typeface="Noto Serif CJK SC"/>
                <a:cs typeface="Noto Serif CJK SC"/>
              </a:rPr>
              <a:t>民族政策</a:t>
            </a:r>
            <a:endParaRPr>
              <a:latin typeface="Noto Serif CJK SC"/>
              <a:ea typeface="Noto Serif CJK SC"/>
            </a:endParaRPr>
          </a:p>
        </p:txBody>
      </p:sp>
      <p:sp>
        <p:nvSpPr>
          <p:cNvPr id="31" name="Rectangle 30"/>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2" name="Rectangle 31"/>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4" name="Rectangle 33"/>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5" name="TextBox 34"/>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36" name="Rectangle 35"/>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7" name="Rectangle 36"/>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8" name="TextBox 37"/>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25</a:t>
            </a:r>
            <a:endParaRPr>
              <a:latin typeface="Noto Serif CJK SC"/>
              <a:ea typeface="Noto Serif CJK SC"/>
              <a:cs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边疆</a:t>
            </a:r>
            <a:r>
              <a:rPr lang="zh-CN" sz="1500" b="0">
                <a:solidFill>
                  <a:srgbClr val="FFFFFF"/>
                </a:solidFill>
                <a:latin typeface="Noto Serif CJK SC"/>
                <a:ea typeface="Noto Serif CJK SC"/>
                <a:cs typeface="Noto Serif CJK SC"/>
              </a:rPr>
              <a:t>形势</a:t>
            </a:r>
            <a:endParaRPr lang="en-US">
              <a:latin typeface="Noto Serif CJK SC"/>
              <a:ea typeface="Noto Serif CJK SC"/>
            </a:endParaRPr>
          </a:p>
        </p:txBody>
      </p:sp>
      <p:sp>
        <p:nvSpPr>
          <p:cNvPr id="39"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学习总结</a:t>
            </a:r>
            <a:endParaRPr lang="zh-CN">
              <a:latin typeface="Noto Serif CJK SC"/>
              <a:ea typeface="Noto Serif CJK SC"/>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新中国成立后的制度安排</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2695575"/>
            <a:ext cx="9689592" cy="38100"/>
          </a:xfrm>
          <a:prstGeom prst="rect">
            <a:avLst/>
          </a:prstGeom>
          <a:solidFill>
            <a:srgbClr val="990B22"/>
          </a:solidFill>
          <a:ln w="0">
            <a:noFill/>
            <a:prstDash val="solid"/>
          </a:ln>
        </p:spPr>
        <p:txBody>
          <a:bodyPr lIns="80467" rIns="80467"/>
          <a:p>
            <a:pPr algn="ctr"/>
            <a:endParaRPr>
              <a:latin typeface="Noto Serif CJK SC"/>
              <a:ea typeface="Noto Serif CJK SC"/>
              <a:cs typeface="Noto Serif CJK SC"/>
            </a:endParaRPr>
          </a:p>
        </p:txBody>
      </p:sp>
      <p:sp>
        <p:nvSpPr>
          <p:cNvPr id="8" name="text-7"/>
          <p:cNvSpPr>
            <a:spLocks noGrp="1"/>
          </p:cNvSpPr>
          <p:nvPr/>
        </p:nvSpPr>
        <p:spPr>
          <a:xfrm>
            <a:off x="1880311" y="1971675"/>
            <a:ext cx="2070354" cy="619125"/>
          </a:xfrm>
          <a:prstGeom prst="rect">
            <a:avLst/>
          </a:prstGeom>
          <a:noFill/>
          <a:ln w="0">
            <a:noFill/>
            <a:prstDash val="solid"/>
          </a:ln>
        </p:spPr>
        <p:txBody>
          <a:bodyPr wrap="square" lIns="0" tIns="0" rIns="0" bIns="0">
            <a:noAutofit/>
          </a:bodyPr>
          <a:lstStyle>
            <a:defPPr algn="ctr">
              <a:defRPr sz="3525" b="1">
                <a:solidFill>
                  <a:srgbClr val="990B22"/>
                </a:solidFill>
                <a:latin typeface="Noto Serif CJK SC"/>
                <a:ea typeface="Noto Serif CJK SC"/>
                <a:cs typeface="Noto Serif CJK SC"/>
              </a:defRPr>
            </a:defPPr>
            <a:lvl1pPr algn="ctr">
              <a:defRPr sz="3525" b="1">
                <a:solidFill>
                  <a:srgbClr val="990B22"/>
                </a:solidFill>
                <a:latin typeface="Noto Serif CJK SC"/>
                <a:ea typeface="Noto Serif CJK SC"/>
                <a:cs typeface="Noto Serif CJK SC"/>
              </a:defRPr>
            </a:lvl1pPr>
            <a:lvl2pPr algn="ctr">
              <a:defRPr sz="3525" b="1">
                <a:solidFill>
                  <a:srgbClr val="990B22"/>
                </a:solidFill>
                <a:latin typeface="Noto Serif CJK SC"/>
                <a:ea typeface="Noto Serif CJK SC"/>
                <a:cs typeface="Noto Serif CJK SC"/>
              </a:defRPr>
            </a:lvl2pPr>
            <a:lvl3pPr algn="ctr">
              <a:defRPr sz="3525" b="1">
                <a:solidFill>
                  <a:srgbClr val="990B22"/>
                </a:solidFill>
                <a:latin typeface="Noto Serif CJK SC"/>
                <a:ea typeface="Noto Serif CJK SC"/>
                <a:cs typeface="Noto Serif CJK SC"/>
              </a:defRPr>
            </a:lvl3pPr>
            <a:lvl4pPr algn="ctr">
              <a:defRPr sz="3525" b="1">
                <a:solidFill>
                  <a:srgbClr val="990B22"/>
                </a:solidFill>
                <a:latin typeface="Noto Serif CJK SC"/>
                <a:ea typeface="Noto Serif CJK SC"/>
                <a:cs typeface="Noto Serif CJK SC"/>
              </a:defRPr>
            </a:lvl4pPr>
            <a:lvl5pPr algn="ctr">
              <a:defRPr sz="3525" b="1">
                <a:solidFill>
                  <a:srgbClr val="990B22"/>
                </a:solidFill>
                <a:latin typeface="Noto Serif CJK SC"/>
                <a:ea typeface="Noto Serif CJK SC"/>
                <a:cs typeface="Noto Serif CJK SC"/>
              </a:defRPr>
            </a:lvl5pPr>
            <a:lvl6pPr algn="ctr">
              <a:defRPr sz="3525" b="1">
                <a:solidFill>
                  <a:srgbClr val="990B22"/>
                </a:solidFill>
                <a:latin typeface="Noto Serif CJK SC"/>
                <a:ea typeface="Noto Serif CJK SC"/>
                <a:cs typeface="Noto Serif CJK SC"/>
              </a:defRPr>
            </a:lvl6pPr>
            <a:lvl7pPr algn="ctr">
              <a:defRPr sz="3525" b="1">
                <a:solidFill>
                  <a:srgbClr val="990B22"/>
                </a:solidFill>
                <a:latin typeface="Noto Serif CJK SC"/>
                <a:ea typeface="Noto Serif CJK SC"/>
                <a:cs typeface="Noto Serif CJK SC"/>
              </a:defRPr>
            </a:lvl7pPr>
            <a:lvl8pPr algn="ctr">
              <a:defRPr sz="3525" b="1">
                <a:solidFill>
                  <a:srgbClr val="990B22"/>
                </a:solidFill>
                <a:latin typeface="Noto Serif CJK SC"/>
                <a:ea typeface="Noto Serif CJK SC"/>
                <a:cs typeface="Noto Serif CJK SC"/>
              </a:defRPr>
            </a:lvl8pPr>
            <a:lvl9pPr algn="ctr">
              <a:defRPr sz="3525" b="1">
                <a:solidFill>
                  <a:srgbClr val="990B22"/>
                </a:solidFill>
                <a:latin typeface="Noto Serif CJK SC"/>
                <a:ea typeface="Noto Serif CJK SC"/>
                <a:cs typeface="Noto Serif CJK SC"/>
              </a:defRPr>
            </a:lvl9pPr>
          </a:lstStyle>
          <a:p>
            <a:pPr algn="ctr">
              <a:lnSpc>
                <a:spcPct val="112000"/>
              </a:lnSpc>
              <a:buNone/>
              <a:defRPr sz="3525" b="1">
                <a:solidFill>
                  <a:srgbClr val="990B22"/>
                </a:solidFill>
                <a:latin typeface="Noto Serif CJK SC"/>
                <a:ea typeface="Noto Serif CJK SC"/>
                <a:cs typeface="Noto Serif CJK SC"/>
              </a:defRPr>
            </a:pPr>
            <a:r>
              <a:rPr sz="3170" b="1">
                <a:solidFill>
                  <a:srgbClr val="990B22"/>
                </a:solidFill>
                <a:latin typeface="Noto Serif CJK SC"/>
                <a:ea typeface="Noto Serif CJK SC"/>
                <a:cs typeface="Noto Serif CJK SC"/>
              </a:rPr>
              <a:t>1949</a:t>
            </a:r>
            <a:endParaRPr sz="3170" b="1">
              <a:solidFill>
                <a:srgbClr val="990B22"/>
              </a:solidFill>
              <a:latin typeface="Noto Serif CJK SC"/>
              <a:ea typeface="Noto Serif CJK SC"/>
              <a:cs typeface="Noto Serif CJK SC"/>
            </a:endParaRPr>
          </a:p>
        </p:txBody>
      </p:sp>
      <p:sp>
        <p:nvSpPr>
          <p:cNvPr id="9" name="椭圆 8"/>
          <p:cNvSpPr>
            <a:spLocks noGrp="1"/>
          </p:cNvSpPr>
          <p:nvPr/>
        </p:nvSpPr>
        <p:spPr>
          <a:xfrm>
            <a:off x="2823286" y="2609850"/>
            <a:ext cx="184404" cy="209550"/>
          </a:xfrm>
          <a:prstGeom prst="ellipse">
            <a:avLst/>
          </a:prstGeom>
          <a:solidFill>
            <a:srgbClr val="FFFFFF"/>
          </a:solidFill>
          <a:ln w="33338">
            <a:solidFill>
              <a:srgbClr val="990B22"/>
            </a:solidFill>
            <a:prstDash val="solid"/>
          </a:ln>
        </p:spPr>
        <p:txBody>
          <a:bodyPr lIns="80467" rIns="80467"/>
          <a:p>
            <a:pPr algn="ctr"/>
            <a:endParaRPr>
              <a:latin typeface="Noto Serif CJK SC"/>
              <a:ea typeface="Noto Serif CJK SC"/>
              <a:cs typeface="Noto Serif CJK SC"/>
            </a:endParaRPr>
          </a:p>
        </p:txBody>
      </p:sp>
      <p:sp>
        <p:nvSpPr>
          <p:cNvPr id="10" name="frame-9"/>
          <p:cNvSpPr>
            <a:spLocks noGrp="1"/>
          </p:cNvSpPr>
          <p:nvPr/>
        </p:nvSpPr>
        <p:spPr>
          <a:xfrm>
            <a:off x="1779727" y="3038475"/>
            <a:ext cx="2271522" cy="2162175"/>
          </a:xfrm>
          <a:prstGeom prst="roundRect">
            <a:avLst>
              <a:gd name="adj" fmla="val 3524"/>
            </a:avLst>
          </a:prstGeom>
          <a:solidFill>
            <a:srgbClr val="FFFFFF"/>
          </a:solidFill>
          <a:ln w="25718">
            <a:solidFill>
              <a:srgbClr val="990B22"/>
            </a:solidFill>
            <a:prstDash val="solid"/>
          </a:ln>
        </p:spPr>
        <p:txBody>
          <a:bodyPr lIns="80467" rIns="80467"/>
          <a:p>
            <a:pPr algn="ctr"/>
            <a:endParaRPr>
              <a:latin typeface="Noto Serif CJK SC"/>
              <a:ea typeface="Noto Serif CJK SC"/>
              <a:cs typeface="Noto Serif CJK SC"/>
            </a:endParaRPr>
          </a:p>
        </p:txBody>
      </p:sp>
      <p:sp>
        <p:nvSpPr>
          <p:cNvPr id="11" name="frame-10"/>
          <p:cNvSpPr>
            <a:spLocks noGrp="1"/>
          </p:cNvSpPr>
          <p:nvPr/>
        </p:nvSpPr>
        <p:spPr>
          <a:xfrm>
            <a:off x="1779727" y="3038475"/>
            <a:ext cx="2271522" cy="66675"/>
          </a:xfrm>
          <a:prstGeom prst="rect">
            <a:avLst/>
          </a:prstGeom>
          <a:solidFill>
            <a:srgbClr val="990B22"/>
          </a:solidFill>
          <a:ln w="0">
            <a:noFill/>
            <a:prstDash val="solid"/>
          </a:ln>
        </p:spPr>
        <p:txBody>
          <a:bodyPr lIns="80467" rIns="80467"/>
          <a:p>
            <a:pPr algn="ctr"/>
            <a:endParaRPr>
              <a:latin typeface="Noto Serif CJK SC"/>
              <a:ea typeface="Noto Serif CJK SC"/>
              <a:cs typeface="Noto Serif CJK SC"/>
            </a:endParaRPr>
          </a:p>
        </p:txBody>
      </p:sp>
      <p:sp>
        <p:nvSpPr>
          <p:cNvPr id="12" name="text-11"/>
          <p:cNvSpPr>
            <a:spLocks noGrp="1"/>
          </p:cNvSpPr>
          <p:nvPr/>
        </p:nvSpPr>
        <p:spPr>
          <a:xfrm>
            <a:off x="1922221" y="3257550"/>
            <a:ext cx="1986534" cy="666750"/>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ctr">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《共同纲领》</a:t>
            </a:r>
            <a:endParaRPr sz="2025" b="1">
              <a:solidFill>
                <a:srgbClr val="990B22"/>
              </a:solidFill>
              <a:latin typeface="Noto Serif CJK SC"/>
              <a:ea typeface="Noto Serif CJK SC"/>
              <a:cs typeface="Noto Serif CJK SC"/>
            </a:endParaRPr>
          </a:p>
        </p:txBody>
      </p:sp>
      <p:sp>
        <p:nvSpPr>
          <p:cNvPr id="13" name="text-12"/>
          <p:cNvSpPr>
            <a:spLocks noGrp="1"/>
          </p:cNvSpPr>
          <p:nvPr/>
        </p:nvSpPr>
        <p:spPr>
          <a:xfrm>
            <a:off x="1922221" y="4067175"/>
            <a:ext cx="1986534" cy="952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ctr">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民族平等与团结</a:t>
            </a:r>
            <a:endParaRPr sz="1820" b="0">
              <a:solidFill>
                <a:srgbClr val="333333"/>
              </a:solidFill>
              <a:latin typeface="Noto Serif CJK SC"/>
              <a:ea typeface="Noto Serif CJK SC"/>
              <a:cs typeface="Noto Serif CJK SC"/>
            </a:endParaRPr>
          </a:p>
        </p:txBody>
      </p:sp>
      <p:sp>
        <p:nvSpPr>
          <p:cNvPr id="14" name="text-13"/>
          <p:cNvSpPr>
            <a:spLocks noGrp="1"/>
          </p:cNvSpPr>
          <p:nvPr/>
        </p:nvSpPr>
        <p:spPr>
          <a:xfrm>
            <a:off x="4353001" y="1971675"/>
            <a:ext cx="2070354" cy="619125"/>
          </a:xfrm>
          <a:prstGeom prst="rect">
            <a:avLst/>
          </a:prstGeom>
          <a:noFill/>
          <a:ln w="0">
            <a:noFill/>
            <a:prstDash val="solid"/>
          </a:ln>
        </p:spPr>
        <p:txBody>
          <a:bodyPr wrap="square" lIns="0" tIns="0" rIns="0" bIns="0">
            <a:noAutofit/>
          </a:bodyPr>
          <a:lstStyle>
            <a:defPPr algn="ctr">
              <a:defRPr sz="3525" b="1">
                <a:solidFill>
                  <a:srgbClr val="990B22"/>
                </a:solidFill>
                <a:latin typeface="Noto Serif CJK SC"/>
                <a:ea typeface="Noto Serif CJK SC"/>
                <a:cs typeface="Noto Serif CJK SC"/>
              </a:defRPr>
            </a:defPPr>
            <a:lvl1pPr algn="ctr">
              <a:defRPr sz="3525" b="1">
                <a:solidFill>
                  <a:srgbClr val="990B22"/>
                </a:solidFill>
                <a:latin typeface="Noto Serif CJK SC"/>
                <a:ea typeface="Noto Serif CJK SC"/>
                <a:cs typeface="Noto Serif CJK SC"/>
              </a:defRPr>
            </a:lvl1pPr>
            <a:lvl2pPr algn="ctr">
              <a:defRPr sz="3525" b="1">
                <a:solidFill>
                  <a:srgbClr val="990B22"/>
                </a:solidFill>
                <a:latin typeface="Noto Serif CJK SC"/>
                <a:ea typeface="Noto Serif CJK SC"/>
                <a:cs typeface="Noto Serif CJK SC"/>
              </a:defRPr>
            </a:lvl2pPr>
            <a:lvl3pPr algn="ctr">
              <a:defRPr sz="3525" b="1">
                <a:solidFill>
                  <a:srgbClr val="990B22"/>
                </a:solidFill>
                <a:latin typeface="Noto Serif CJK SC"/>
                <a:ea typeface="Noto Serif CJK SC"/>
                <a:cs typeface="Noto Serif CJK SC"/>
              </a:defRPr>
            </a:lvl3pPr>
            <a:lvl4pPr algn="ctr">
              <a:defRPr sz="3525" b="1">
                <a:solidFill>
                  <a:srgbClr val="990B22"/>
                </a:solidFill>
                <a:latin typeface="Noto Serif CJK SC"/>
                <a:ea typeface="Noto Serif CJK SC"/>
                <a:cs typeface="Noto Serif CJK SC"/>
              </a:defRPr>
            </a:lvl4pPr>
            <a:lvl5pPr algn="ctr">
              <a:defRPr sz="3525" b="1">
                <a:solidFill>
                  <a:srgbClr val="990B22"/>
                </a:solidFill>
                <a:latin typeface="Noto Serif CJK SC"/>
                <a:ea typeface="Noto Serif CJK SC"/>
                <a:cs typeface="Noto Serif CJK SC"/>
              </a:defRPr>
            </a:lvl5pPr>
            <a:lvl6pPr algn="ctr">
              <a:defRPr sz="3525" b="1">
                <a:solidFill>
                  <a:srgbClr val="990B22"/>
                </a:solidFill>
                <a:latin typeface="Noto Serif CJK SC"/>
                <a:ea typeface="Noto Serif CJK SC"/>
                <a:cs typeface="Noto Serif CJK SC"/>
              </a:defRPr>
            </a:lvl6pPr>
            <a:lvl7pPr algn="ctr">
              <a:defRPr sz="3525" b="1">
                <a:solidFill>
                  <a:srgbClr val="990B22"/>
                </a:solidFill>
                <a:latin typeface="Noto Serif CJK SC"/>
                <a:ea typeface="Noto Serif CJK SC"/>
                <a:cs typeface="Noto Serif CJK SC"/>
              </a:defRPr>
            </a:lvl7pPr>
            <a:lvl8pPr algn="ctr">
              <a:defRPr sz="3525" b="1">
                <a:solidFill>
                  <a:srgbClr val="990B22"/>
                </a:solidFill>
                <a:latin typeface="Noto Serif CJK SC"/>
                <a:ea typeface="Noto Serif CJK SC"/>
                <a:cs typeface="Noto Serif CJK SC"/>
              </a:defRPr>
            </a:lvl8pPr>
            <a:lvl9pPr algn="ctr">
              <a:defRPr sz="3525" b="1">
                <a:solidFill>
                  <a:srgbClr val="990B22"/>
                </a:solidFill>
                <a:latin typeface="Noto Serif CJK SC"/>
                <a:ea typeface="Noto Serif CJK SC"/>
                <a:cs typeface="Noto Serif CJK SC"/>
              </a:defRPr>
            </a:lvl9pPr>
          </a:lstStyle>
          <a:p>
            <a:pPr algn="ctr">
              <a:lnSpc>
                <a:spcPct val="112000"/>
              </a:lnSpc>
              <a:buNone/>
              <a:defRPr sz="3525" b="1">
                <a:solidFill>
                  <a:srgbClr val="990B22"/>
                </a:solidFill>
                <a:latin typeface="Noto Serif CJK SC"/>
                <a:ea typeface="Noto Serif CJK SC"/>
                <a:cs typeface="Noto Serif CJK SC"/>
              </a:defRPr>
            </a:pPr>
            <a:r>
              <a:rPr sz="3170" b="1">
                <a:solidFill>
                  <a:srgbClr val="990B22"/>
                </a:solidFill>
                <a:latin typeface="Noto Serif CJK SC"/>
                <a:ea typeface="Noto Serif CJK SC"/>
                <a:cs typeface="Noto Serif CJK SC"/>
              </a:rPr>
              <a:t>1954</a:t>
            </a:r>
            <a:endParaRPr sz="3170" b="1">
              <a:solidFill>
                <a:srgbClr val="990B22"/>
              </a:solidFill>
              <a:latin typeface="Noto Serif CJK SC"/>
              <a:ea typeface="Noto Serif CJK SC"/>
              <a:cs typeface="Noto Serif CJK SC"/>
            </a:endParaRPr>
          </a:p>
        </p:txBody>
      </p:sp>
      <p:sp>
        <p:nvSpPr>
          <p:cNvPr id="15" name="椭圆 14"/>
          <p:cNvSpPr>
            <a:spLocks noGrp="1"/>
          </p:cNvSpPr>
          <p:nvPr/>
        </p:nvSpPr>
        <p:spPr>
          <a:xfrm>
            <a:off x="5295976" y="2609850"/>
            <a:ext cx="184404" cy="209550"/>
          </a:xfrm>
          <a:prstGeom prst="ellipse">
            <a:avLst/>
          </a:prstGeom>
          <a:solidFill>
            <a:srgbClr val="FFFFFF"/>
          </a:solidFill>
          <a:ln w="33338">
            <a:solidFill>
              <a:srgbClr val="990B22"/>
            </a:solidFill>
            <a:prstDash val="solid"/>
          </a:ln>
        </p:spPr>
        <p:txBody>
          <a:bodyPr lIns="80467" rIns="80467"/>
          <a:p>
            <a:pPr algn="ctr"/>
            <a:endParaRPr>
              <a:latin typeface="Noto Serif CJK SC"/>
              <a:ea typeface="Noto Serif CJK SC"/>
              <a:cs typeface="Noto Serif CJK SC"/>
            </a:endParaRPr>
          </a:p>
        </p:txBody>
      </p:sp>
      <p:sp>
        <p:nvSpPr>
          <p:cNvPr id="16" name="frame-15"/>
          <p:cNvSpPr>
            <a:spLocks noGrp="1"/>
          </p:cNvSpPr>
          <p:nvPr/>
        </p:nvSpPr>
        <p:spPr>
          <a:xfrm>
            <a:off x="4252417" y="3038475"/>
            <a:ext cx="2271522" cy="2162175"/>
          </a:xfrm>
          <a:prstGeom prst="roundRect">
            <a:avLst>
              <a:gd name="adj" fmla="val 3524"/>
            </a:avLst>
          </a:prstGeom>
          <a:solidFill>
            <a:srgbClr val="FFFFFF"/>
          </a:solidFill>
          <a:ln w="25718">
            <a:solidFill>
              <a:srgbClr val="990B22"/>
            </a:solidFill>
            <a:prstDash val="solid"/>
          </a:ln>
        </p:spPr>
        <p:txBody>
          <a:bodyPr lIns="80467" rIns="80467"/>
          <a:p>
            <a:pPr algn="ctr"/>
            <a:endParaRPr>
              <a:latin typeface="Noto Serif CJK SC"/>
              <a:ea typeface="Noto Serif CJK SC"/>
              <a:cs typeface="Noto Serif CJK SC"/>
            </a:endParaRPr>
          </a:p>
        </p:txBody>
      </p:sp>
      <p:sp>
        <p:nvSpPr>
          <p:cNvPr id="17" name="frame-16"/>
          <p:cNvSpPr>
            <a:spLocks noGrp="1"/>
          </p:cNvSpPr>
          <p:nvPr/>
        </p:nvSpPr>
        <p:spPr>
          <a:xfrm>
            <a:off x="4252417" y="3038475"/>
            <a:ext cx="2271522" cy="66675"/>
          </a:xfrm>
          <a:prstGeom prst="rect">
            <a:avLst/>
          </a:prstGeom>
          <a:solidFill>
            <a:srgbClr val="990B22"/>
          </a:solidFill>
          <a:ln w="0">
            <a:noFill/>
            <a:prstDash val="solid"/>
          </a:ln>
        </p:spPr>
        <p:txBody>
          <a:bodyPr lIns="80467" rIns="80467"/>
          <a:p>
            <a:pPr algn="ctr"/>
            <a:endParaRPr>
              <a:latin typeface="Noto Serif CJK SC"/>
              <a:ea typeface="Noto Serif CJK SC"/>
              <a:cs typeface="Noto Serif CJK SC"/>
            </a:endParaRPr>
          </a:p>
        </p:txBody>
      </p:sp>
      <p:sp>
        <p:nvSpPr>
          <p:cNvPr id="18" name="text-17"/>
          <p:cNvSpPr>
            <a:spLocks noGrp="1"/>
          </p:cNvSpPr>
          <p:nvPr/>
        </p:nvSpPr>
        <p:spPr>
          <a:xfrm>
            <a:off x="4394911" y="3257550"/>
            <a:ext cx="1986534" cy="666750"/>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ctr">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宪法</a:t>
            </a:r>
            <a:endParaRPr sz="2025" b="1">
              <a:solidFill>
                <a:srgbClr val="990B22"/>
              </a:solidFill>
              <a:latin typeface="Noto Serif CJK SC"/>
              <a:ea typeface="Noto Serif CJK SC"/>
              <a:cs typeface="Noto Serif CJK SC"/>
            </a:endParaRPr>
          </a:p>
        </p:txBody>
      </p:sp>
      <p:sp>
        <p:nvSpPr>
          <p:cNvPr id="19" name="text-18"/>
          <p:cNvSpPr>
            <a:spLocks noGrp="1"/>
          </p:cNvSpPr>
          <p:nvPr/>
        </p:nvSpPr>
        <p:spPr>
          <a:xfrm>
            <a:off x="4394911" y="4067175"/>
            <a:ext cx="1986534" cy="952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ctr">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确立基本原则</a:t>
            </a:r>
            <a:endParaRPr sz="1820" b="0">
              <a:solidFill>
                <a:srgbClr val="333333"/>
              </a:solidFill>
              <a:latin typeface="Noto Serif CJK SC"/>
              <a:ea typeface="Noto Serif CJK SC"/>
              <a:cs typeface="Noto Serif CJK SC"/>
            </a:endParaRPr>
          </a:p>
        </p:txBody>
      </p:sp>
      <p:sp>
        <p:nvSpPr>
          <p:cNvPr id="20" name="text-19"/>
          <p:cNvSpPr>
            <a:spLocks noGrp="1"/>
          </p:cNvSpPr>
          <p:nvPr/>
        </p:nvSpPr>
        <p:spPr>
          <a:xfrm>
            <a:off x="6825691" y="1971675"/>
            <a:ext cx="2070354" cy="619125"/>
          </a:xfrm>
          <a:prstGeom prst="rect">
            <a:avLst/>
          </a:prstGeom>
          <a:noFill/>
          <a:ln w="0">
            <a:noFill/>
            <a:prstDash val="solid"/>
          </a:ln>
        </p:spPr>
        <p:txBody>
          <a:bodyPr wrap="square" lIns="0" tIns="0" rIns="0" bIns="0">
            <a:noAutofit/>
          </a:bodyPr>
          <a:lstStyle>
            <a:defPPr algn="ctr">
              <a:defRPr sz="3525" b="1">
                <a:solidFill>
                  <a:srgbClr val="990B22"/>
                </a:solidFill>
                <a:latin typeface="Noto Serif CJK SC"/>
                <a:ea typeface="Noto Serif CJK SC"/>
                <a:cs typeface="Noto Serif CJK SC"/>
              </a:defRPr>
            </a:defPPr>
            <a:lvl1pPr algn="ctr">
              <a:defRPr sz="3525" b="1">
                <a:solidFill>
                  <a:srgbClr val="990B22"/>
                </a:solidFill>
                <a:latin typeface="Noto Serif CJK SC"/>
                <a:ea typeface="Noto Serif CJK SC"/>
                <a:cs typeface="Noto Serif CJK SC"/>
              </a:defRPr>
            </a:lvl1pPr>
            <a:lvl2pPr algn="ctr">
              <a:defRPr sz="3525" b="1">
                <a:solidFill>
                  <a:srgbClr val="990B22"/>
                </a:solidFill>
                <a:latin typeface="Noto Serif CJK SC"/>
                <a:ea typeface="Noto Serif CJK SC"/>
                <a:cs typeface="Noto Serif CJK SC"/>
              </a:defRPr>
            </a:lvl2pPr>
            <a:lvl3pPr algn="ctr">
              <a:defRPr sz="3525" b="1">
                <a:solidFill>
                  <a:srgbClr val="990B22"/>
                </a:solidFill>
                <a:latin typeface="Noto Serif CJK SC"/>
                <a:ea typeface="Noto Serif CJK SC"/>
                <a:cs typeface="Noto Serif CJK SC"/>
              </a:defRPr>
            </a:lvl3pPr>
            <a:lvl4pPr algn="ctr">
              <a:defRPr sz="3525" b="1">
                <a:solidFill>
                  <a:srgbClr val="990B22"/>
                </a:solidFill>
                <a:latin typeface="Noto Serif CJK SC"/>
                <a:ea typeface="Noto Serif CJK SC"/>
                <a:cs typeface="Noto Serif CJK SC"/>
              </a:defRPr>
            </a:lvl4pPr>
            <a:lvl5pPr algn="ctr">
              <a:defRPr sz="3525" b="1">
                <a:solidFill>
                  <a:srgbClr val="990B22"/>
                </a:solidFill>
                <a:latin typeface="Noto Serif CJK SC"/>
                <a:ea typeface="Noto Serif CJK SC"/>
                <a:cs typeface="Noto Serif CJK SC"/>
              </a:defRPr>
            </a:lvl5pPr>
            <a:lvl6pPr algn="ctr">
              <a:defRPr sz="3525" b="1">
                <a:solidFill>
                  <a:srgbClr val="990B22"/>
                </a:solidFill>
                <a:latin typeface="Noto Serif CJK SC"/>
                <a:ea typeface="Noto Serif CJK SC"/>
                <a:cs typeface="Noto Serif CJK SC"/>
              </a:defRPr>
            </a:lvl6pPr>
            <a:lvl7pPr algn="ctr">
              <a:defRPr sz="3525" b="1">
                <a:solidFill>
                  <a:srgbClr val="990B22"/>
                </a:solidFill>
                <a:latin typeface="Noto Serif CJK SC"/>
                <a:ea typeface="Noto Serif CJK SC"/>
                <a:cs typeface="Noto Serif CJK SC"/>
              </a:defRPr>
            </a:lvl7pPr>
            <a:lvl8pPr algn="ctr">
              <a:defRPr sz="3525" b="1">
                <a:solidFill>
                  <a:srgbClr val="990B22"/>
                </a:solidFill>
                <a:latin typeface="Noto Serif CJK SC"/>
                <a:ea typeface="Noto Serif CJK SC"/>
                <a:cs typeface="Noto Serif CJK SC"/>
              </a:defRPr>
            </a:lvl8pPr>
            <a:lvl9pPr algn="ctr">
              <a:defRPr sz="3525" b="1">
                <a:solidFill>
                  <a:srgbClr val="990B22"/>
                </a:solidFill>
                <a:latin typeface="Noto Serif CJK SC"/>
                <a:ea typeface="Noto Serif CJK SC"/>
                <a:cs typeface="Noto Serif CJK SC"/>
              </a:defRPr>
            </a:lvl9pPr>
          </a:lstStyle>
          <a:p>
            <a:pPr algn="ctr">
              <a:lnSpc>
                <a:spcPct val="112000"/>
              </a:lnSpc>
              <a:buNone/>
              <a:defRPr sz="3525" b="1">
                <a:solidFill>
                  <a:srgbClr val="990B22"/>
                </a:solidFill>
                <a:latin typeface="Noto Serif CJK SC"/>
                <a:ea typeface="Noto Serif CJK SC"/>
                <a:cs typeface="Noto Serif CJK SC"/>
              </a:defRPr>
            </a:pPr>
            <a:r>
              <a:rPr sz="3170" b="1">
                <a:solidFill>
                  <a:srgbClr val="990B22"/>
                </a:solidFill>
                <a:latin typeface="Noto Serif CJK SC"/>
                <a:ea typeface="Noto Serif CJK SC"/>
                <a:cs typeface="Noto Serif CJK SC"/>
              </a:rPr>
              <a:t>1982</a:t>
            </a:r>
            <a:endParaRPr sz="3170" b="1">
              <a:solidFill>
                <a:srgbClr val="990B22"/>
              </a:solidFill>
              <a:latin typeface="Noto Serif CJK SC"/>
              <a:ea typeface="Noto Serif CJK SC"/>
              <a:cs typeface="Noto Serif CJK SC"/>
            </a:endParaRPr>
          </a:p>
        </p:txBody>
      </p:sp>
      <p:sp>
        <p:nvSpPr>
          <p:cNvPr id="21" name="椭圆 20"/>
          <p:cNvSpPr>
            <a:spLocks noGrp="1"/>
          </p:cNvSpPr>
          <p:nvPr/>
        </p:nvSpPr>
        <p:spPr>
          <a:xfrm>
            <a:off x="7768666" y="2609850"/>
            <a:ext cx="184404" cy="209550"/>
          </a:xfrm>
          <a:prstGeom prst="ellipse">
            <a:avLst/>
          </a:prstGeom>
          <a:solidFill>
            <a:srgbClr val="FFFFFF"/>
          </a:solidFill>
          <a:ln w="33338">
            <a:solidFill>
              <a:srgbClr val="990B22"/>
            </a:solidFill>
            <a:prstDash val="solid"/>
          </a:ln>
        </p:spPr>
        <p:txBody>
          <a:bodyPr lIns="80467" rIns="80467"/>
          <a:p>
            <a:pPr algn="ctr"/>
            <a:endParaRPr>
              <a:latin typeface="Noto Serif CJK SC"/>
              <a:ea typeface="Noto Serif CJK SC"/>
              <a:cs typeface="Noto Serif CJK SC"/>
            </a:endParaRPr>
          </a:p>
        </p:txBody>
      </p:sp>
      <p:sp>
        <p:nvSpPr>
          <p:cNvPr id="22" name="frame-21"/>
          <p:cNvSpPr>
            <a:spLocks noGrp="1"/>
          </p:cNvSpPr>
          <p:nvPr/>
        </p:nvSpPr>
        <p:spPr>
          <a:xfrm>
            <a:off x="6725107" y="3038475"/>
            <a:ext cx="2271522" cy="2162175"/>
          </a:xfrm>
          <a:prstGeom prst="roundRect">
            <a:avLst>
              <a:gd name="adj" fmla="val 3524"/>
            </a:avLst>
          </a:prstGeom>
          <a:solidFill>
            <a:srgbClr val="FFFFFF"/>
          </a:solidFill>
          <a:ln w="25718">
            <a:solidFill>
              <a:srgbClr val="990B22"/>
            </a:solidFill>
            <a:prstDash val="solid"/>
          </a:ln>
        </p:spPr>
        <p:txBody>
          <a:bodyPr lIns="80467" rIns="80467"/>
          <a:p>
            <a:pPr algn="ctr"/>
            <a:endParaRPr>
              <a:latin typeface="Noto Serif CJK SC"/>
              <a:ea typeface="Noto Serif CJK SC"/>
              <a:cs typeface="Noto Serif CJK SC"/>
            </a:endParaRPr>
          </a:p>
        </p:txBody>
      </p:sp>
      <p:sp>
        <p:nvSpPr>
          <p:cNvPr id="23" name="frame-22"/>
          <p:cNvSpPr>
            <a:spLocks noGrp="1"/>
          </p:cNvSpPr>
          <p:nvPr/>
        </p:nvSpPr>
        <p:spPr>
          <a:xfrm>
            <a:off x="6725107" y="3038475"/>
            <a:ext cx="2271522" cy="66675"/>
          </a:xfrm>
          <a:prstGeom prst="rect">
            <a:avLst/>
          </a:prstGeom>
          <a:solidFill>
            <a:srgbClr val="990B22"/>
          </a:solidFill>
          <a:ln w="0">
            <a:noFill/>
            <a:prstDash val="solid"/>
          </a:ln>
        </p:spPr>
        <p:txBody>
          <a:bodyPr lIns="80467" rIns="80467"/>
          <a:p>
            <a:pPr algn="ctr"/>
            <a:endParaRPr>
              <a:latin typeface="Noto Serif CJK SC"/>
              <a:ea typeface="Noto Serif CJK SC"/>
              <a:cs typeface="Noto Serif CJK SC"/>
            </a:endParaRPr>
          </a:p>
        </p:txBody>
      </p:sp>
      <p:sp>
        <p:nvSpPr>
          <p:cNvPr id="24" name="text-23"/>
          <p:cNvSpPr>
            <a:spLocks noGrp="1"/>
          </p:cNvSpPr>
          <p:nvPr/>
        </p:nvSpPr>
        <p:spPr>
          <a:xfrm>
            <a:off x="6867601" y="3257550"/>
            <a:ext cx="1986534" cy="666750"/>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ctr">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宪法</a:t>
            </a:r>
            <a:endParaRPr sz="2025" b="1">
              <a:solidFill>
                <a:srgbClr val="990B22"/>
              </a:solidFill>
              <a:latin typeface="Noto Serif CJK SC"/>
              <a:ea typeface="Noto Serif CJK SC"/>
              <a:cs typeface="Noto Serif CJK SC"/>
            </a:endParaRPr>
          </a:p>
        </p:txBody>
      </p:sp>
      <p:sp>
        <p:nvSpPr>
          <p:cNvPr id="25" name="text-24"/>
          <p:cNvSpPr>
            <a:spLocks noGrp="1"/>
          </p:cNvSpPr>
          <p:nvPr/>
        </p:nvSpPr>
        <p:spPr>
          <a:xfrm>
            <a:off x="6867601" y="4067175"/>
            <a:ext cx="1986534" cy="952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ctr">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权利与自治保障</a:t>
            </a:r>
            <a:endParaRPr sz="1820" b="0">
              <a:solidFill>
                <a:srgbClr val="333333"/>
              </a:solidFill>
              <a:latin typeface="Noto Serif CJK SC"/>
              <a:ea typeface="Noto Serif CJK SC"/>
              <a:cs typeface="Noto Serif CJK SC"/>
            </a:endParaRPr>
          </a:p>
        </p:txBody>
      </p:sp>
      <p:sp>
        <p:nvSpPr>
          <p:cNvPr id="26" name="text-25"/>
          <p:cNvSpPr>
            <a:spLocks noGrp="1"/>
          </p:cNvSpPr>
          <p:nvPr/>
        </p:nvSpPr>
        <p:spPr>
          <a:xfrm>
            <a:off x="9298381" y="1971675"/>
            <a:ext cx="2070354" cy="619125"/>
          </a:xfrm>
          <a:prstGeom prst="rect">
            <a:avLst/>
          </a:prstGeom>
          <a:noFill/>
          <a:ln w="0">
            <a:noFill/>
            <a:prstDash val="solid"/>
          </a:ln>
        </p:spPr>
        <p:txBody>
          <a:bodyPr wrap="square" lIns="0" tIns="0" rIns="0" bIns="0">
            <a:noAutofit/>
          </a:bodyPr>
          <a:lstStyle>
            <a:defPPr algn="ctr">
              <a:defRPr sz="3525" b="1">
                <a:solidFill>
                  <a:srgbClr val="990B22"/>
                </a:solidFill>
                <a:latin typeface="Noto Serif CJK SC"/>
                <a:ea typeface="Noto Serif CJK SC"/>
                <a:cs typeface="Noto Serif CJK SC"/>
              </a:defRPr>
            </a:defPPr>
            <a:lvl1pPr algn="ctr">
              <a:defRPr sz="3525" b="1">
                <a:solidFill>
                  <a:srgbClr val="990B22"/>
                </a:solidFill>
                <a:latin typeface="Noto Serif CJK SC"/>
                <a:ea typeface="Noto Serif CJK SC"/>
                <a:cs typeface="Noto Serif CJK SC"/>
              </a:defRPr>
            </a:lvl1pPr>
            <a:lvl2pPr algn="ctr">
              <a:defRPr sz="3525" b="1">
                <a:solidFill>
                  <a:srgbClr val="990B22"/>
                </a:solidFill>
                <a:latin typeface="Noto Serif CJK SC"/>
                <a:ea typeface="Noto Serif CJK SC"/>
                <a:cs typeface="Noto Serif CJK SC"/>
              </a:defRPr>
            </a:lvl2pPr>
            <a:lvl3pPr algn="ctr">
              <a:defRPr sz="3525" b="1">
                <a:solidFill>
                  <a:srgbClr val="990B22"/>
                </a:solidFill>
                <a:latin typeface="Noto Serif CJK SC"/>
                <a:ea typeface="Noto Serif CJK SC"/>
                <a:cs typeface="Noto Serif CJK SC"/>
              </a:defRPr>
            </a:lvl3pPr>
            <a:lvl4pPr algn="ctr">
              <a:defRPr sz="3525" b="1">
                <a:solidFill>
                  <a:srgbClr val="990B22"/>
                </a:solidFill>
                <a:latin typeface="Noto Serif CJK SC"/>
                <a:ea typeface="Noto Serif CJK SC"/>
                <a:cs typeface="Noto Serif CJK SC"/>
              </a:defRPr>
            </a:lvl4pPr>
            <a:lvl5pPr algn="ctr">
              <a:defRPr sz="3525" b="1">
                <a:solidFill>
                  <a:srgbClr val="990B22"/>
                </a:solidFill>
                <a:latin typeface="Noto Serif CJK SC"/>
                <a:ea typeface="Noto Serif CJK SC"/>
                <a:cs typeface="Noto Serif CJK SC"/>
              </a:defRPr>
            </a:lvl5pPr>
            <a:lvl6pPr algn="ctr">
              <a:defRPr sz="3525" b="1">
                <a:solidFill>
                  <a:srgbClr val="990B22"/>
                </a:solidFill>
                <a:latin typeface="Noto Serif CJK SC"/>
                <a:ea typeface="Noto Serif CJK SC"/>
                <a:cs typeface="Noto Serif CJK SC"/>
              </a:defRPr>
            </a:lvl6pPr>
            <a:lvl7pPr algn="ctr">
              <a:defRPr sz="3525" b="1">
                <a:solidFill>
                  <a:srgbClr val="990B22"/>
                </a:solidFill>
                <a:latin typeface="Noto Serif CJK SC"/>
                <a:ea typeface="Noto Serif CJK SC"/>
                <a:cs typeface="Noto Serif CJK SC"/>
              </a:defRPr>
            </a:lvl7pPr>
            <a:lvl8pPr algn="ctr">
              <a:defRPr sz="3525" b="1">
                <a:solidFill>
                  <a:srgbClr val="990B22"/>
                </a:solidFill>
                <a:latin typeface="Noto Serif CJK SC"/>
                <a:ea typeface="Noto Serif CJK SC"/>
                <a:cs typeface="Noto Serif CJK SC"/>
              </a:defRPr>
            </a:lvl8pPr>
            <a:lvl9pPr algn="ctr">
              <a:defRPr sz="3525" b="1">
                <a:solidFill>
                  <a:srgbClr val="990B22"/>
                </a:solidFill>
                <a:latin typeface="Noto Serif CJK SC"/>
                <a:ea typeface="Noto Serif CJK SC"/>
                <a:cs typeface="Noto Serif CJK SC"/>
              </a:defRPr>
            </a:lvl9pPr>
          </a:lstStyle>
          <a:p>
            <a:pPr algn="ctr">
              <a:lnSpc>
                <a:spcPct val="112000"/>
              </a:lnSpc>
              <a:buNone/>
              <a:defRPr sz="3525" b="1">
                <a:solidFill>
                  <a:srgbClr val="990B22"/>
                </a:solidFill>
                <a:latin typeface="Noto Serif CJK SC"/>
                <a:ea typeface="Noto Serif CJK SC"/>
                <a:cs typeface="Noto Serif CJK SC"/>
              </a:defRPr>
            </a:pPr>
            <a:r>
              <a:rPr sz="3170" b="1">
                <a:solidFill>
                  <a:srgbClr val="990B22"/>
                </a:solidFill>
                <a:latin typeface="Noto Serif CJK SC"/>
                <a:ea typeface="Noto Serif CJK SC"/>
                <a:cs typeface="Noto Serif CJK SC"/>
              </a:rPr>
              <a:t>1984</a:t>
            </a:r>
            <a:endParaRPr sz="3170" b="1">
              <a:solidFill>
                <a:srgbClr val="990B22"/>
              </a:solidFill>
              <a:latin typeface="Noto Serif CJK SC"/>
              <a:ea typeface="Noto Serif CJK SC"/>
              <a:cs typeface="Noto Serif CJK SC"/>
            </a:endParaRPr>
          </a:p>
        </p:txBody>
      </p:sp>
      <p:sp>
        <p:nvSpPr>
          <p:cNvPr id="27" name="椭圆 26"/>
          <p:cNvSpPr>
            <a:spLocks noGrp="1"/>
          </p:cNvSpPr>
          <p:nvPr/>
        </p:nvSpPr>
        <p:spPr>
          <a:xfrm>
            <a:off x="10241356" y="2609850"/>
            <a:ext cx="184404" cy="209550"/>
          </a:xfrm>
          <a:prstGeom prst="ellipse">
            <a:avLst/>
          </a:prstGeom>
          <a:solidFill>
            <a:srgbClr val="FFFFFF"/>
          </a:solidFill>
          <a:ln w="33338">
            <a:solidFill>
              <a:srgbClr val="990B22"/>
            </a:solidFill>
            <a:prstDash val="solid"/>
          </a:ln>
        </p:spPr>
        <p:txBody>
          <a:bodyPr lIns="80467" rIns="80467"/>
          <a:p>
            <a:pPr algn="ctr"/>
            <a:endParaRPr>
              <a:latin typeface="Noto Serif CJK SC"/>
              <a:ea typeface="Noto Serif CJK SC"/>
              <a:cs typeface="Noto Serif CJK SC"/>
            </a:endParaRPr>
          </a:p>
        </p:txBody>
      </p:sp>
      <p:sp>
        <p:nvSpPr>
          <p:cNvPr id="28" name="frame-27"/>
          <p:cNvSpPr>
            <a:spLocks noGrp="1"/>
          </p:cNvSpPr>
          <p:nvPr/>
        </p:nvSpPr>
        <p:spPr>
          <a:xfrm>
            <a:off x="9197797" y="3038475"/>
            <a:ext cx="2271522" cy="2162175"/>
          </a:xfrm>
          <a:prstGeom prst="roundRect">
            <a:avLst>
              <a:gd name="adj" fmla="val 3524"/>
            </a:avLst>
          </a:prstGeom>
          <a:solidFill>
            <a:srgbClr val="FFFFFF"/>
          </a:solidFill>
          <a:ln w="25718">
            <a:solidFill>
              <a:srgbClr val="990B22"/>
            </a:solidFill>
            <a:prstDash val="solid"/>
          </a:ln>
        </p:spPr>
        <p:txBody>
          <a:bodyPr lIns="80467" rIns="80467"/>
          <a:p>
            <a:pPr algn="ctr"/>
            <a:endParaRPr>
              <a:latin typeface="Noto Serif CJK SC"/>
              <a:ea typeface="Noto Serif CJK SC"/>
              <a:cs typeface="Noto Serif CJK SC"/>
            </a:endParaRPr>
          </a:p>
        </p:txBody>
      </p:sp>
      <p:sp>
        <p:nvSpPr>
          <p:cNvPr id="29" name="frame-28"/>
          <p:cNvSpPr>
            <a:spLocks noGrp="1"/>
          </p:cNvSpPr>
          <p:nvPr/>
        </p:nvSpPr>
        <p:spPr>
          <a:xfrm>
            <a:off x="9197797" y="3038475"/>
            <a:ext cx="2271522" cy="66675"/>
          </a:xfrm>
          <a:prstGeom prst="rect">
            <a:avLst/>
          </a:prstGeom>
          <a:solidFill>
            <a:srgbClr val="990B22"/>
          </a:solidFill>
          <a:ln w="0">
            <a:noFill/>
            <a:prstDash val="solid"/>
          </a:ln>
        </p:spPr>
        <p:txBody>
          <a:bodyPr lIns="80467" rIns="80467"/>
          <a:p>
            <a:pPr algn="ctr"/>
            <a:endParaRPr>
              <a:latin typeface="Noto Serif CJK SC"/>
              <a:ea typeface="Noto Serif CJK SC"/>
              <a:cs typeface="Noto Serif CJK SC"/>
            </a:endParaRPr>
          </a:p>
        </p:txBody>
      </p:sp>
      <p:sp>
        <p:nvSpPr>
          <p:cNvPr id="30" name="text-29"/>
          <p:cNvSpPr>
            <a:spLocks noGrp="1"/>
          </p:cNvSpPr>
          <p:nvPr/>
        </p:nvSpPr>
        <p:spPr>
          <a:xfrm>
            <a:off x="9340291" y="3257550"/>
            <a:ext cx="1986534" cy="666750"/>
          </a:xfrm>
          <a:prstGeom prst="rect">
            <a:avLst/>
          </a:prstGeom>
          <a:noFill/>
          <a:ln w="0">
            <a:noFill/>
            <a:prstDash val="solid"/>
          </a:ln>
        </p:spPr>
        <p:txBody>
          <a:bodyPr wrap="square" lIns="0" tIns="0" rIns="0" bIns="0">
            <a:noAutofit/>
          </a:bodyPr>
          <a:lstStyle>
            <a:defPPr algn="l">
              <a:defRPr sz="2250" b="1">
                <a:solidFill>
                  <a:srgbClr val="990B22"/>
                </a:solidFill>
                <a:latin typeface="Noto Serif CJK SC"/>
                <a:ea typeface="Noto Serif CJK SC"/>
                <a:cs typeface="Noto Serif CJK SC"/>
              </a:defRPr>
            </a:defPPr>
            <a:lvl1pPr algn="l">
              <a:defRPr sz="2250" b="1">
                <a:solidFill>
                  <a:srgbClr val="990B22"/>
                </a:solidFill>
                <a:latin typeface="Noto Serif CJK SC"/>
                <a:ea typeface="Noto Serif CJK SC"/>
                <a:cs typeface="Noto Serif CJK SC"/>
              </a:defRPr>
            </a:lvl1pPr>
            <a:lvl2pPr algn="l">
              <a:defRPr sz="2250" b="1">
                <a:solidFill>
                  <a:srgbClr val="990B22"/>
                </a:solidFill>
                <a:latin typeface="Noto Serif CJK SC"/>
                <a:ea typeface="Noto Serif CJK SC"/>
                <a:cs typeface="Noto Serif CJK SC"/>
              </a:defRPr>
            </a:lvl2pPr>
            <a:lvl3pPr algn="l">
              <a:defRPr sz="2250" b="1">
                <a:solidFill>
                  <a:srgbClr val="990B22"/>
                </a:solidFill>
                <a:latin typeface="Noto Serif CJK SC"/>
                <a:ea typeface="Noto Serif CJK SC"/>
                <a:cs typeface="Noto Serif CJK SC"/>
              </a:defRPr>
            </a:lvl3pPr>
            <a:lvl4pPr algn="l">
              <a:defRPr sz="2250" b="1">
                <a:solidFill>
                  <a:srgbClr val="990B22"/>
                </a:solidFill>
                <a:latin typeface="Noto Serif CJK SC"/>
                <a:ea typeface="Noto Serif CJK SC"/>
                <a:cs typeface="Noto Serif CJK SC"/>
              </a:defRPr>
            </a:lvl4pPr>
            <a:lvl5pPr algn="l">
              <a:defRPr sz="2250" b="1">
                <a:solidFill>
                  <a:srgbClr val="990B22"/>
                </a:solidFill>
                <a:latin typeface="Noto Serif CJK SC"/>
                <a:ea typeface="Noto Serif CJK SC"/>
                <a:cs typeface="Noto Serif CJK SC"/>
              </a:defRPr>
            </a:lvl5pPr>
            <a:lvl6pPr algn="l">
              <a:defRPr sz="2250" b="1">
                <a:solidFill>
                  <a:srgbClr val="990B22"/>
                </a:solidFill>
                <a:latin typeface="Noto Serif CJK SC"/>
                <a:ea typeface="Noto Serif CJK SC"/>
                <a:cs typeface="Noto Serif CJK SC"/>
              </a:defRPr>
            </a:lvl6pPr>
            <a:lvl7pPr algn="l">
              <a:defRPr sz="2250" b="1">
                <a:solidFill>
                  <a:srgbClr val="990B22"/>
                </a:solidFill>
                <a:latin typeface="Noto Serif CJK SC"/>
                <a:ea typeface="Noto Serif CJK SC"/>
                <a:cs typeface="Noto Serif CJK SC"/>
              </a:defRPr>
            </a:lvl7pPr>
            <a:lvl8pPr algn="l">
              <a:defRPr sz="2250" b="1">
                <a:solidFill>
                  <a:srgbClr val="990B22"/>
                </a:solidFill>
                <a:latin typeface="Noto Serif CJK SC"/>
                <a:ea typeface="Noto Serif CJK SC"/>
                <a:cs typeface="Noto Serif CJK SC"/>
              </a:defRPr>
            </a:lvl8pPr>
            <a:lvl9pPr algn="l">
              <a:defRPr sz="2250" b="1">
                <a:solidFill>
                  <a:srgbClr val="990B22"/>
                </a:solidFill>
                <a:latin typeface="Noto Serif CJK SC"/>
                <a:ea typeface="Noto Serif CJK SC"/>
                <a:cs typeface="Noto Serif CJK SC"/>
              </a:defRPr>
            </a:lvl9pPr>
          </a:lstStyle>
          <a:p>
            <a:pPr algn="ctr">
              <a:lnSpc>
                <a:spcPct val="112000"/>
              </a:lnSpc>
              <a:buNone/>
              <a:defRPr sz="2250" b="1">
                <a:solidFill>
                  <a:srgbClr val="990B22"/>
                </a:solidFill>
                <a:latin typeface="Noto Serif CJK SC"/>
                <a:ea typeface="Noto Serif CJK SC"/>
                <a:cs typeface="Noto Serif CJK SC"/>
              </a:defRPr>
            </a:pPr>
            <a:r>
              <a:rPr sz="2025" b="1">
                <a:solidFill>
                  <a:srgbClr val="990B22"/>
                </a:solidFill>
                <a:latin typeface="Noto Serif CJK SC"/>
                <a:ea typeface="Noto Serif CJK SC"/>
                <a:cs typeface="Noto Serif CJK SC"/>
              </a:rPr>
              <a:t>民族区域自治法</a:t>
            </a:r>
            <a:endParaRPr sz="2025" b="1">
              <a:solidFill>
                <a:srgbClr val="990B22"/>
              </a:solidFill>
              <a:latin typeface="Noto Serif CJK SC"/>
              <a:ea typeface="Noto Serif CJK SC"/>
              <a:cs typeface="Noto Serif CJK SC"/>
            </a:endParaRPr>
          </a:p>
        </p:txBody>
      </p:sp>
      <p:sp>
        <p:nvSpPr>
          <p:cNvPr id="31" name="text-30"/>
          <p:cNvSpPr>
            <a:spLocks noGrp="1"/>
          </p:cNvSpPr>
          <p:nvPr/>
        </p:nvSpPr>
        <p:spPr>
          <a:xfrm>
            <a:off x="9340291" y="4067175"/>
            <a:ext cx="1986534" cy="952500"/>
          </a:xfrm>
          <a:prstGeom prst="rect">
            <a:avLst/>
          </a:prstGeom>
          <a:noFill/>
          <a:ln w="0">
            <a:noFill/>
            <a:prstDash val="solid"/>
          </a:ln>
        </p:spPr>
        <p:txBody>
          <a:bodyPr wrap="square" lIns="0" tIns="0" rIns="0" bIns="0">
            <a:noAutofit/>
          </a:bodyPr>
          <a:lstStyle>
            <a:defPPr algn="l">
              <a:defRPr sz="2025" b="0">
                <a:solidFill>
                  <a:srgbClr val="333333"/>
                </a:solidFill>
                <a:latin typeface="Noto Serif CJK SC"/>
                <a:ea typeface="Noto Serif CJK SC"/>
                <a:cs typeface="Noto Serif CJK SC"/>
              </a:defRPr>
            </a:defPPr>
            <a:lvl1pPr algn="l">
              <a:defRPr sz="2025" b="0">
                <a:solidFill>
                  <a:srgbClr val="333333"/>
                </a:solidFill>
                <a:latin typeface="Noto Serif CJK SC"/>
                <a:ea typeface="Noto Serif CJK SC"/>
                <a:cs typeface="Noto Serif CJK SC"/>
              </a:defRPr>
            </a:lvl1pPr>
            <a:lvl2pPr algn="l">
              <a:defRPr sz="2025" b="0">
                <a:solidFill>
                  <a:srgbClr val="333333"/>
                </a:solidFill>
                <a:latin typeface="Noto Serif CJK SC"/>
                <a:ea typeface="Noto Serif CJK SC"/>
                <a:cs typeface="Noto Serif CJK SC"/>
              </a:defRPr>
            </a:lvl2pPr>
            <a:lvl3pPr algn="l">
              <a:defRPr sz="2025" b="0">
                <a:solidFill>
                  <a:srgbClr val="333333"/>
                </a:solidFill>
                <a:latin typeface="Noto Serif CJK SC"/>
                <a:ea typeface="Noto Serif CJK SC"/>
                <a:cs typeface="Noto Serif CJK SC"/>
              </a:defRPr>
            </a:lvl3pPr>
            <a:lvl4pPr algn="l">
              <a:defRPr sz="2025" b="0">
                <a:solidFill>
                  <a:srgbClr val="333333"/>
                </a:solidFill>
                <a:latin typeface="Noto Serif CJK SC"/>
                <a:ea typeface="Noto Serif CJK SC"/>
                <a:cs typeface="Noto Serif CJK SC"/>
              </a:defRPr>
            </a:lvl4pPr>
            <a:lvl5pPr algn="l">
              <a:defRPr sz="2025" b="0">
                <a:solidFill>
                  <a:srgbClr val="333333"/>
                </a:solidFill>
                <a:latin typeface="Noto Serif CJK SC"/>
                <a:ea typeface="Noto Serif CJK SC"/>
                <a:cs typeface="Noto Serif CJK SC"/>
              </a:defRPr>
            </a:lvl5pPr>
            <a:lvl6pPr algn="l">
              <a:defRPr sz="2025" b="0">
                <a:solidFill>
                  <a:srgbClr val="333333"/>
                </a:solidFill>
                <a:latin typeface="Noto Serif CJK SC"/>
                <a:ea typeface="Noto Serif CJK SC"/>
                <a:cs typeface="Noto Serif CJK SC"/>
              </a:defRPr>
            </a:lvl6pPr>
            <a:lvl7pPr algn="l">
              <a:defRPr sz="2025" b="0">
                <a:solidFill>
                  <a:srgbClr val="333333"/>
                </a:solidFill>
                <a:latin typeface="Noto Serif CJK SC"/>
                <a:ea typeface="Noto Serif CJK SC"/>
                <a:cs typeface="Noto Serif CJK SC"/>
              </a:defRPr>
            </a:lvl7pPr>
            <a:lvl8pPr algn="l">
              <a:defRPr sz="2025" b="0">
                <a:solidFill>
                  <a:srgbClr val="333333"/>
                </a:solidFill>
                <a:latin typeface="Noto Serif CJK SC"/>
                <a:ea typeface="Noto Serif CJK SC"/>
                <a:cs typeface="Noto Serif CJK SC"/>
              </a:defRPr>
            </a:lvl8pPr>
            <a:lvl9pPr algn="l">
              <a:defRPr sz="2025" b="0">
                <a:solidFill>
                  <a:srgbClr val="333333"/>
                </a:solidFill>
                <a:latin typeface="Noto Serif CJK SC"/>
                <a:ea typeface="Noto Serif CJK SC"/>
                <a:cs typeface="Noto Serif CJK SC"/>
              </a:defRPr>
            </a:lvl9pPr>
          </a:lstStyle>
          <a:p>
            <a:pPr algn="ctr">
              <a:lnSpc>
                <a:spcPct val="112000"/>
              </a:lnSpc>
              <a:buNone/>
              <a:defRPr sz="2025" b="0">
                <a:solidFill>
                  <a:srgbClr val="333333"/>
                </a:solidFill>
                <a:latin typeface="Noto Serif CJK SC"/>
                <a:ea typeface="Noto Serif CJK SC"/>
                <a:cs typeface="Noto Serif CJK SC"/>
              </a:defRPr>
            </a:pPr>
            <a:r>
              <a:rPr sz="1820" b="0">
                <a:solidFill>
                  <a:srgbClr val="333333"/>
                </a:solidFill>
                <a:latin typeface="Noto Serif CJK SC"/>
                <a:ea typeface="Noto Serif CJK SC"/>
                <a:cs typeface="Noto Serif CJK SC"/>
              </a:rPr>
              <a:t>完善法律保障</a:t>
            </a:r>
            <a:endParaRPr sz="1820" b="0">
              <a:solidFill>
                <a:srgbClr val="333333"/>
              </a:solidFill>
              <a:latin typeface="Noto Serif CJK SC"/>
              <a:ea typeface="Noto Serif CJK SC"/>
              <a:cs typeface="Noto Serif CJK SC"/>
            </a:endParaRPr>
          </a:p>
        </p:txBody>
      </p:sp>
      <p:sp>
        <p:nvSpPr>
          <p:cNvPr id="32" name="frame-31"/>
          <p:cNvSpPr>
            <a:spLocks noGrp="1"/>
          </p:cNvSpPr>
          <p:nvPr/>
        </p:nvSpPr>
        <p:spPr>
          <a:xfrm>
            <a:off x="1779727" y="5591175"/>
            <a:ext cx="9689592" cy="657225"/>
          </a:xfrm>
          <a:prstGeom prst="roundRect">
            <a:avLst>
              <a:gd name="adj" fmla="val 11594"/>
            </a:avLst>
          </a:prstGeom>
          <a:solidFill>
            <a:srgbClr val="F8EEF0"/>
          </a:solidFill>
          <a:ln w="22860">
            <a:solidFill>
              <a:srgbClr val="990B22"/>
            </a:solidFill>
            <a:prstDash val="solid"/>
          </a:ln>
        </p:spPr>
        <p:txBody>
          <a:bodyPr lIns="80467" rIns="80467"/>
          <a:p>
            <a:pPr algn="ctr"/>
            <a:endParaRPr>
              <a:latin typeface="Noto Serif CJK SC"/>
              <a:ea typeface="Noto Serif CJK SC"/>
              <a:cs typeface="Noto Serif CJK SC"/>
            </a:endParaRPr>
          </a:p>
        </p:txBody>
      </p:sp>
      <p:sp>
        <p:nvSpPr>
          <p:cNvPr id="33" name="frame-32"/>
          <p:cNvSpPr>
            <a:spLocks noGrp="1"/>
          </p:cNvSpPr>
          <p:nvPr/>
        </p:nvSpPr>
        <p:spPr>
          <a:xfrm>
            <a:off x="1779727" y="5591175"/>
            <a:ext cx="83820" cy="657225"/>
          </a:xfrm>
          <a:prstGeom prst="rect">
            <a:avLst/>
          </a:prstGeom>
          <a:solidFill>
            <a:srgbClr val="990B22"/>
          </a:solidFill>
          <a:ln w="0">
            <a:noFill/>
            <a:prstDash val="solid"/>
          </a:ln>
        </p:spPr>
        <p:txBody>
          <a:bodyPr lIns="80467" rIns="80467"/>
          <a:p>
            <a:pPr algn="ctr"/>
            <a:endParaRPr>
              <a:latin typeface="Noto Serif CJK SC"/>
              <a:ea typeface="Noto Serif CJK SC"/>
              <a:cs typeface="Noto Serif CJK SC"/>
            </a:endParaRPr>
          </a:p>
        </p:txBody>
      </p:sp>
      <p:sp>
        <p:nvSpPr>
          <p:cNvPr id="34" name="text-33"/>
          <p:cNvSpPr>
            <a:spLocks noGrp="1"/>
          </p:cNvSpPr>
          <p:nvPr/>
        </p:nvSpPr>
        <p:spPr>
          <a:xfrm>
            <a:off x="1989277" y="5743575"/>
            <a:ext cx="9220200" cy="476250"/>
          </a:xfrm>
          <a:prstGeom prst="rect">
            <a:avLst/>
          </a:prstGeom>
          <a:noFill/>
          <a:ln w="0">
            <a:noFill/>
            <a:prstDash val="solid"/>
          </a:ln>
        </p:spPr>
        <p:txBody>
          <a:bodyPr wrap="square" lIns="0" tIns="0" rIns="0" bIns="0">
            <a:noAutofit/>
          </a:bodyPr>
          <a:lstStyle>
            <a:defPPr algn="l">
              <a:defRPr sz="2025" b="0">
                <a:solidFill>
                  <a:srgbClr val="990B22"/>
                </a:solidFill>
                <a:latin typeface="Noto Serif CJK SC"/>
                <a:ea typeface="Noto Serif CJK SC"/>
                <a:cs typeface="Noto Serif CJK SC"/>
              </a:defRPr>
            </a:defPPr>
            <a:lvl1pPr algn="l">
              <a:defRPr sz="2025" b="0">
                <a:solidFill>
                  <a:srgbClr val="990B22"/>
                </a:solidFill>
                <a:latin typeface="Noto Serif CJK SC"/>
                <a:ea typeface="Noto Serif CJK SC"/>
                <a:cs typeface="Noto Serif CJK SC"/>
              </a:defRPr>
            </a:lvl1pPr>
            <a:lvl2pPr algn="l">
              <a:defRPr sz="2025" b="0">
                <a:solidFill>
                  <a:srgbClr val="990B22"/>
                </a:solidFill>
                <a:latin typeface="Noto Serif CJK SC"/>
                <a:ea typeface="Noto Serif CJK SC"/>
                <a:cs typeface="Noto Serif CJK SC"/>
              </a:defRPr>
            </a:lvl2pPr>
            <a:lvl3pPr algn="l">
              <a:defRPr sz="2025" b="0">
                <a:solidFill>
                  <a:srgbClr val="990B22"/>
                </a:solidFill>
                <a:latin typeface="Noto Serif CJK SC"/>
                <a:ea typeface="Noto Serif CJK SC"/>
                <a:cs typeface="Noto Serif CJK SC"/>
              </a:defRPr>
            </a:lvl3pPr>
            <a:lvl4pPr algn="l">
              <a:defRPr sz="2025" b="0">
                <a:solidFill>
                  <a:srgbClr val="990B22"/>
                </a:solidFill>
                <a:latin typeface="Noto Serif CJK SC"/>
                <a:ea typeface="Noto Serif CJK SC"/>
                <a:cs typeface="Noto Serif CJK SC"/>
              </a:defRPr>
            </a:lvl4pPr>
            <a:lvl5pPr algn="l">
              <a:defRPr sz="2025" b="0">
                <a:solidFill>
                  <a:srgbClr val="990B22"/>
                </a:solidFill>
                <a:latin typeface="Noto Serif CJK SC"/>
                <a:ea typeface="Noto Serif CJK SC"/>
                <a:cs typeface="Noto Serif CJK SC"/>
              </a:defRPr>
            </a:lvl5pPr>
            <a:lvl6pPr algn="l">
              <a:defRPr sz="2025" b="0">
                <a:solidFill>
                  <a:srgbClr val="990B22"/>
                </a:solidFill>
                <a:latin typeface="Noto Serif CJK SC"/>
                <a:ea typeface="Noto Serif CJK SC"/>
                <a:cs typeface="Noto Serif CJK SC"/>
              </a:defRPr>
            </a:lvl6pPr>
            <a:lvl7pPr algn="l">
              <a:defRPr sz="2025" b="0">
                <a:solidFill>
                  <a:srgbClr val="990B22"/>
                </a:solidFill>
                <a:latin typeface="Noto Serif CJK SC"/>
                <a:ea typeface="Noto Serif CJK SC"/>
                <a:cs typeface="Noto Serif CJK SC"/>
              </a:defRPr>
            </a:lvl7pPr>
            <a:lvl8pPr algn="l">
              <a:defRPr sz="2025" b="0">
                <a:solidFill>
                  <a:srgbClr val="990B22"/>
                </a:solidFill>
                <a:latin typeface="Noto Serif CJK SC"/>
                <a:ea typeface="Noto Serif CJK SC"/>
                <a:cs typeface="Noto Serif CJK SC"/>
              </a:defRPr>
            </a:lvl8pPr>
            <a:lvl9pPr algn="l">
              <a:defRPr sz="2025" b="0">
                <a:solidFill>
                  <a:srgbClr val="990B22"/>
                </a:solidFill>
                <a:latin typeface="Noto Serif CJK SC"/>
                <a:ea typeface="Noto Serif CJK SC"/>
                <a:cs typeface="Noto Serif CJK SC"/>
              </a:defRPr>
            </a:lvl9pPr>
          </a:lstStyle>
          <a:p>
            <a:pPr algn="ctr">
              <a:lnSpc>
                <a:spcPct val="112000"/>
              </a:lnSpc>
              <a:buNone/>
              <a:defRPr sz="2025" b="0">
                <a:solidFill>
                  <a:srgbClr val="990B22"/>
                </a:solidFill>
                <a:latin typeface="Noto Serif CJK SC"/>
                <a:ea typeface="Noto Serif CJK SC"/>
                <a:cs typeface="Noto Serif CJK SC"/>
              </a:defRPr>
            </a:pPr>
            <a:r>
              <a:rPr sz="1820" b="0">
                <a:solidFill>
                  <a:srgbClr val="990B22"/>
                </a:solidFill>
                <a:latin typeface="Noto Serif CJK SC"/>
                <a:ea typeface="Noto Serif CJK SC"/>
                <a:cs typeface="Noto Serif CJK SC"/>
              </a:rPr>
              <a:t>原书依次讨论共同纲领、宪法与自治法，说明民族平等原则如何落实为制度规定。</a:t>
            </a:r>
            <a:endParaRPr sz="1820" b="0">
              <a:solidFill>
                <a:srgbClr val="990B22"/>
              </a:solidFill>
              <a:latin typeface="Noto Serif CJK SC"/>
              <a:ea typeface="Noto Serif CJK SC"/>
              <a:cs typeface="Noto Serif CJK SC"/>
            </a:endParaRPr>
          </a:p>
        </p:txBody>
      </p:sp>
      <p:sp>
        <p:nvSpPr>
          <p:cNvPr id="35" name="Rectangle 34"/>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6" name="TextBox 35"/>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37" name="TextBox 36"/>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
        <p:nvSpPr>
          <p:cNvPr id="38" name="Rectangle 37"/>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39" name="TextBox 38"/>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40" name="Rectangle 39"/>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1" name="Rectangle 40"/>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3" name="Rectangle 42"/>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4" name="Rectangle 43"/>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5" name="TextBox 44"/>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endParaRPr>
              <a:latin typeface="Noto Serif CJK SC"/>
              <a:ea typeface="Noto Serif CJK SC"/>
            </a:endParaRPr>
          </a:p>
        </p:txBody>
      </p:sp>
      <p:sp>
        <p:nvSpPr>
          <p:cNvPr id="46" name="Rectangle 45"/>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7" name="Rectangle 46"/>
          <p:cNvSpPr/>
          <p:nvPr/>
        </p:nvSpPr>
        <p:spPr>
          <a:xfrm>
            <a:off x="0" y="457200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48" name="TextBox 47"/>
          <p:cNvSpPr txBox="1"/>
          <p:nvPr/>
        </p:nvSpPr>
        <p:spPr>
          <a:xfrm>
            <a:off x="109728" y="470916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srgbClr val="990B22"/>
                </a:solidFill>
                <a:latin typeface="Noto Serif CJK SC"/>
                <a:ea typeface="Noto Serif CJK SC"/>
                <a:cs typeface="Noto Serif CJK SC"/>
              </a:rPr>
              <a:t>民族政策</a:t>
            </a:r>
            <a:endParaRPr>
              <a:latin typeface="Noto Serif CJK SC"/>
              <a:ea typeface="Noto Serif CJK SC"/>
            </a:endParaRPr>
          </a:p>
        </p:txBody>
      </p:sp>
      <p:sp>
        <p:nvSpPr>
          <p:cNvPr id="49" name="Rectangle 48"/>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50" name="Rectangle 49"/>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52" name="Rectangle 51"/>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53" name="TextBox 52"/>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54" name="Rectangle 53"/>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55" name="Rectangle 54"/>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56" name="TextBox 55"/>
          <p:cNvSpPr txBox="1"/>
          <p:nvPr/>
        </p:nvSpPr>
        <p:spPr>
          <a:xfrm>
            <a:off x="11393424" y="6473952"/>
            <a:ext cx="411480" cy="210312"/>
          </a:xfrm>
          <a:prstGeom prst="rect">
            <a:avLst/>
          </a:prstGeom>
          <a:noFill/>
        </p:spPr>
        <p:txBody>
          <a:bodyPr wrap="square" lIns="18288" tIns="0" rIns="18288" bIns="0">
            <a:spAutoFit/>
          </a:bodyPr>
          <a:lstStyle/>
          <a:p>
            <a:pPr algn="ctr">
              <a:defRPr sz="1100" b="0">
                <a:solidFill>
                  <a:srgbClr val="888888"/>
                </a:solidFill>
                <a:latin typeface="Noto Serif CJK SC"/>
              </a:defRPr>
            </a:pPr>
            <a:r>
              <a:rPr sz="1100" b="0">
                <a:solidFill>
                  <a:srgbClr val="888888"/>
                </a:solidFill>
                <a:latin typeface="Noto Serif CJK SC"/>
                <a:ea typeface="Noto Serif CJK SC"/>
                <a:cs typeface="Noto Serif CJK SC"/>
              </a:rPr>
              <a:t>26</a:t>
            </a:r>
            <a:endParaRPr>
              <a:latin typeface="Noto Serif CJK SC"/>
              <a:ea typeface="Noto Serif CJK SC"/>
              <a:cs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边疆</a:t>
            </a:r>
            <a:r>
              <a:rPr lang="zh-CN" sz="1500" b="0">
                <a:solidFill>
                  <a:srgbClr val="FFFFFF"/>
                </a:solidFill>
                <a:latin typeface="Noto Serif CJK SC"/>
                <a:ea typeface="Noto Serif CJK SC"/>
                <a:cs typeface="Noto Serif CJK SC"/>
              </a:rPr>
              <a:t>形势</a:t>
            </a:r>
            <a:endParaRPr lang="en-US">
              <a:latin typeface="Noto Serif CJK SC"/>
              <a:ea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学习总结</a:t>
            </a:r>
            <a:endParaRPr lang="zh-CN">
              <a:latin typeface="Noto Serif CJK SC"/>
              <a:ea typeface="Noto Serif CJK SC"/>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3" name="text-2"/>
          <p:cNvSpPr>
            <a:spLocks noGrp="1"/>
          </p:cNvSpPr>
          <p:nvPr/>
        </p:nvSpPr>
        <p:spPr>
          <a:xfrm>
            <a:off x="2148840" y="320040"/>
            <a:ext cx="9555480" cy="742950"/>
          </a:xfrm>
          <a:prstGeom prst="rect">
            <a:avLst/>
          </a:prstGeom>
          <a:noFill/>
          <a:ln w="0">
            <a:noFill/>
            <a:prstDash val="solid"/>
          </a:ln>
        </p:spPr>
        <p:txBody>
          <a:bodyPr wrap="square" lIns="0" tIns="0" rIns="0" bIns="0">
            <a:noAutofit/>
          </a:bodyPr>
          <a:lstStyle>
            <a:defPPr algn="l">
              <a:defRPr sz="3300" b="1">
                <a:solidFill>
                  <a:srgbClr val="990B22"/>
                </a:solidFill>
                <a:latin typeface="Noto Serif CJK SC"/>
                <a:ea typeface="Noto Serif CJK SC"/>
                <a:cs typeface="Noto Serif CJK SC"/>
              </a:defRPr>
            </a:defPPr>
            <a:lvl1pPr algn="l">
              <a:defRPr sz="3300" b="1">
                <a:solidFill>
                  <a:srgbClr val="990B22"/>
                </a:solidFill>
                <a:latin typeface="Noto Serif CJK SC"/>
                <a:ea typeface="Noto Serif CJK SC"/>
                <a:cs typeface="Noto Serif CJK SC"/>
              </a:defRPr>
            </a:lvl1pPr>
            <a:lvl2pPr algn="l">
              <a:defRPr sz="3300" b="1">
                <a:solidFill>
                  <a:srgbClr val="990B22"/>
                </a:solidFill>
                <a:latin typeface="Noto Serif CJK SC"/>
                <a:ea typeface="Noto Serif CJK SC"/>
                <a:cs typeface="Noto Serif CJK SC"/>
              </a:defRPr>
            </a:lvl2pPr>
            <a:lvl3pPr algn="l">
              <a:defRPr sz="3300" b="1">
                <a:solidFill>
                  <a:srgbClr val="990B22"/>
                </a:solidFill>
                <a:latin typeface="Noto Serif CJK SC"/>
                <a:ea typeface="Noto Serif CJK SC"/>
                <a:cs typeface="Noto Serif CJK SC"/>
              </a:defRPr>
            </a:lvl3pPr>
            <a:lvl4pPr algn="l">
              <a:defRPr sz="3300" b="1">
                <a:solidFill>
                  <a:srgbClr val="990B22"/>
                </a:solidFill>
                <a:latin typeface="Noto Serif CJK SC"/>
                <a:ea typeface="Noto Serif CJK SC"/>
                <a:cs typeface="Noto Serif CJK SC"/>
              </a:defRPr>
            </a:lvl4pPr>
            <a:lvl5pPr algn="l">
              <a:defRPr sz="3300" b="1">
                <a:solidFill>
                  <a:srgbClr val="990B22"/>
                </a:solidFill>
                <a:latin typeface="Noto Serif CJK SC"/>
                <a:ea typeface="Noto Serif CJK SC"/>
                <a:cs typeface="Noto Serif CJK SC"/>
              </a:defRPr>
            </a:lvl5pPr>
            <a:lvl6pPr algn="l">
              <a:defRPr sz="3300" b="1">
                <a:solidFill>
                  <a:srgbClr val="990B22"/>
                </a:solidFill>
                <a:latin typeface="Noto Serif CJK SC"/>
                <a:ea typeface="Noto Serif CJK SC"/>
                <a:cs typeface="Noto Serif CJK SC"/>
              </a:defRPr>
            </a:lvl6pPr>
            <a:lvl7pPr algn="l">
              <a:defRPr sz="3300" b="1">
                <a:solidFill>
                  <a:srgbClr val="990B22"/>
                </a:solidFill>
                <a:latin typeface="Noto Serif CJK SC"/>
                <a:ea typeface="Noto Serif CJK SC"/>
                <a:cs typeface="Noto Serif CJK SC"/>
              </a:defRPr>
            </a:lvl7pPr>
            <a:lvl8pPr algn="l">
              <a:defRPr sz="3300" b="1">
                <a:solidFill>
                  <a:srgbClr val="990B22"/>
                </a:solidFill>
                <a:latin typeface="Noto Serif CJK SC"/>
                <a:ea typeface="Noto Serif CJK SC"/>
                <a:cs typeface="Noto Serif CJK SC"/>
              </a:defRPr>
            </a:lvl8pPr>
            <a:lvl9pPr algn="l">
              <a:defRPr sz="3300" b="1">
                <a:solidFill>
                  <a:srgbClr val="990B22"/>
                </a:solidFill>
                <a:latin typeface="Noto Serif CJK SC"/>
                <a:ea typeface="Noto Serif CJK SC"/>
                <a:cs typeface="Noto Serif CJK SC"/>
              </a:defRPr>
            </a:lvl9pPr>
          </a:lstStyle>
          <a:p>
            <a:pPr algn="l">
              <a:lnSpc>
                <a:spcPct val="112000"/>
              </a:lnSpc>
              <a:buNone/>
              <a:defRPr sz="3300" b="1">
                <a:solidFill>
                  <a:srgbClr val="990B22"/>
                </a:solidFill>
                <a:latin typeface="Noto Serif CJK SC"/>
                <a:ea typeface="Noto Serif CJK SC"/>
                <a:cs typeface="Noto Serif CJK SC"/>
              </a:defRPr>
            </a:pPr>
            <a:r>
              <a:rPr sz="2970" b="1">
                <a:solidFill>
                  <a:srgbClr val="990B22"/>
                </a:solidFill>
                <a:latin typeface="Noto Serif CJK SC"/>
                <a:ea typeface="Noto Serif CJK SC"/>
                <a:cs typeface="Noto Serif CJK SC"/>
              </a:rPr>
              <a:t>民族区域自治的制度逻辑</a:t>
            </a:r>
            <a:endParaRPr sz="2970" b="1">
              <a:solidFill>
                <a:srgbClr val="990B22"/>
              </a:solidFill>
              <a:latin typeface="Noto Serif CJK SC"/>
              <a:ea typeface="Noto Serif CJK SC"/>
              <a:cs typeface="Noto Serif CJK SC"/>
            </a:endParaRPr>
          </a:p>
        </p:txBody>
      </p:sp>
      <p:sp>
        <p:nvSpPr>
          <p:cNvPr id="7" name="frame-6"/>
          <p:cNvSpPr>
            <a:spLocks noGrp="1"/>
          </p:cNvSpPr>
          <p:nvPr/>
        </p:nvSpPr>
        <p:spPr>
          <a:xfrm>
            <a:off x="1779727" y="1790700"/>
            <a:ext cx="4710684" cy="3143250"/>
          </a:xfrm>
          <a:prstGeom prst="roundRect">
            <a:avLst>
              <a:gd name="adj" fmla="val 2424"/>
            </a:avLst>
          </a:prstGeom>
          <a:solidFill>
            <a:srgbClr val="FFFFFF"/>
          </a:solidFill>
          <a:ln w="28575">
            <a:solidFill>
              <a:srgbClr val="990B22"/>
            </a:solidFill>
            <a:prstDash val="solid"/>
          </a:ln>
        </p:spPr>
        <p:txBody>
          <a:bodyPr lIns="80467" rIns="80467"/>
          <a:p>
            <a:endParaRPr>
              <a:latin typeface="Noto Serif CJK SC"/>
              <a:ea typeface="Noto Serif CJK SC"/>
            </a:endParaRPr>
          </a:p>
        </p:txBody>
      </p:sp>
      <p:sp>
        <p:nvSpPr>
          <p:cNvPr id="8" name="frame-7"/>
          <p:cNvSpPr>
            <a:spLocks noGrp="1"/>
          </p:cNvSpPr>
          <p:nvPr/>
        </p:nvSpPr>
        <p:spPr>
          <a:xfrm>
            <a:off x="1779727" y="1790700"/>
            <a:ext cx="4710684" cy="742950"/>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9" name="text-8"/>
          <p:cNvSpPr>
            <a:spLocks noGrp="1"/>
          </p:cNvSpPr>
          <p:nvPr/>
        </p:nvSpPr>
        <p:spPr>
          <a:xfrm>
            <a:off x="1980895" y="1981200"/>
            <a:ext cx="4308348" cy="457200"/>
          </a:xfrm>
          <a:prstGeom prst="rect">
            <a:avLst/>
          </a:prstGeom>
          <a:noFill/>
          <a:ln w="0">
            <a:noFill/>
            <a:prstDash val="solid"/>
          </a:ln>
        </p:spPr>
        <p:txBody>
          <a:bodyPr wrap="square" lIns="0" tIns="0" rIns="0" bIns="0">
            <a:noAutofit/>
          </a:bodyPr>
          <a:lstStyle>
            <a:defPPr algn="l">
              <a:defRPr sz="2400" b="1">
                <a:solidFill>
                  <a:srgbClr val="FFFFFF"/>
                </a:solidFill>
                <a:latin typeface="Noto Serif CJK SC"/>
                <a:ea typeface="Noto Serif CJK SC"/>
                <a:cs typeface="Noto Serif CJK SC"/>
              </a:defRPr>
            </a:defPPr>
            <a:lvl1pPr algn="l">
              <a:defRPr sz="2400" b="1">
                <a:solidFill>
                  <a:srgbClr val="FFFFFF"/>
                </a:solidFill>
                <a:latin typeface="Noto Serif CJK SC"/>
                <a:ea typeface="Noto Serif CJK SC"/>
                <a:cs typeface="Noto Serif CJK SC"/>
              </a:defRPr>
            </a:lvl1pPr>
            <a:lvl2pPr algn="l">
              <a:defRPr sz="2400" b="1">
                <a:solidFill>
                  <a:srgbClr val="FFFFFF"/>
                </a:solidFill>
                <a:latin typeface="Noto Serif CJK SC"/>
                <a:ea typeface="Noto Serif CJK SC"/>
                <a:cs typeface="Noto Serif CJK SC"/>
              </a:defRPr>
            </a:lvl2pPr>
            <a:lvl3pPr algn="l">
              <a:defRPr sz="2400" b="1">
                <a:solidFill>
                  <a:srgbClr val="FFFFFF"/>
                </a:solidFill>
                <a:latin typeface="Noto Serif CJK SC"/>
                <a:ea typeface="Noto Serif CJK SC"/>
                <a:cs typeface="Noto Serif CJK SC"/>
              </a:defRPr>
            </a:lvl3pPr>
            <a:lvl4pPr algn="l">
              <a:defRPr sz="2400" b="1">
                <a:solidFill>
                  <a:srgbClr val="FFFFFF"/>
                </a:solidFill>
                <a:latin typeface="Noto Serif CJK SC"/>
                <a:ea typeface="Noto Serif CJK SC"/>
                <a:cs typeface="Noto Serif CJK SC"/>
              </a:defRPr>
            </a:lvl4pPr>
            <a:lvl5pPr algn="l">
              <a:defRPr sz="2400" b="1">
                <a:solidFill>
                  <a:srgbClr val="FFFFFF"/>
                </a:solidFill>
                <a:latin typeface="Noto Serif CJK SC"/>
                <a:ea typeface="Noto Serif CJK SC"/>
                <a:cs typeface="Noto Serif CJK SC"/>
              </a:defRPr>
            </a:lvl5pPr>
            <a:lvl6pPr algn="l">
              <a:defRPr sz="2400" b="1">
                <a:solidFill>
                  <a:srgbClr val="FFFFFF"/>
                </a:solidFill>
                <a:latin typeface="Noto Serif CJK SC"/>
                <a:ea typeface="Noto Serif CJK SC"/>
                <a:cs typeface="Noto Serif CJK SC"/>
              </a:defRPr>
            </a:lvl6pPr>
            <a:lvl7pPr algn="l">
              <a:defRPr sz="2400" b="1">
                <a:solidFill>
                  <a:srgbClr val="FFFFFF"/>
                </a:solidFill>
                <a:latin typeface="Noto Serif CJK SC"/>
                <a:ea typeface="Noto Serif CJK SC"/>
                <a:cs typeface="Noto Serif CJK SC"/>
              </a:defRPr>
            </a:lvl7pPr>
            <a:lvl8pPr algn="l">
              <a:defRPr sz="2400" b="1">
                <a:solidFill>
                  <a:srgbClr val="FFFFFF"/>
                </a:solidFill>
                <a:latin typeface="Noto Serif CJK SC"/>
                <a:ea typeface="Noto Serif CJK SC"/>
                <a:cs typeface="Noto Serif CJK SC"/>
              </a:defRPr>
            </a:lvl8pPr>
            <a:lvl9pPr algn="l">
              <a:defRPr sz="2400" b="1">
                <a:solidFill>
                  <a:srgbClr val="FFFFFF"/>
                </a:solidFill>
                <a:latin typeface="Noto Serif CJK SC"/>
                <a:ea typeface="Noto Serif CJK SC"/>
                <a:cs typeface="Noto Serif CJK SC"/>
              </a:defRPr>
            </a:lvl9pPr>
          </a:lstStyle>
          <a:p>
            <a:pPr algn="l">
              <a:lnSpc>
                <a:spcPct val="112000"/>
              </a:lnSpc>
              <a:buNone/>
              <a:defRPr sz="2400" b="1">
                <a:solidFill>
                  <a:srgbClr val="FFFFFF"/>
                </a:solidFill>
                <a:latin typeface="Noto Serif CJK SC"/>
                <a:ea typeface="Noto Serif CJK SC"/>
                <a:cs typeface="Noto Serif CJK SC"/>
              </a:defRPr>
            </a:pPr>
            <a:r>
              <a:rPr sz="2160" b="1">
                <a:solidFill>
                  <a:srgbClr val="FFFFFF"/>
                </a:solidFill>
                <a:latin typeface="Noto Serif CJK SC"/>
                <a:ea typeface="Noto Serif CJK SC"/>
                <a:cs typeface="Noto Serif CJK SC"/>
              </a:rPr>
              <a:t>统一国家中的地方政权</a:t>
            </a:r>
            <a:endParaRPr sz="2160" b="1">
              <a:solidFill>
                <a:srgbClr val="FFFFFF"/>
              </a:solidFill>
              <a:latin typeface="Noto Serif CJK SC"/>
              <a:ea typeface="Noto Serif CJK SC"/>
              <a:cs typeface="Noto Serif CJK SC"/>
            </a:endParaRPr>
          </a:p>
        </p:txBody>
      </p:sp>
      <p:sp>
        <p:nvSpPr>
          <p:cNvPr id="10" name="text-9"/>
          <p:cNvSpPr>
            <a:spLocks noGrp="1"/>
          </p:cNvSpPr>
          <p:nvPr/>
        </p:nvSpPr>
        <p:spPr>
          <a:xfrm>
            <a:off x="1980895" y="2800350"/>
            <a:ext cx="4308348" cy="1952625"/>
          </a:xfrm>
          <a:prstGeom prst="rect">
            <a:avLst/>
          </a:prstGeom>
          <a:noFill/>
          <a:ln w="0">
            <a:noFill/>
            <a:prstDash val="solid"/>
          </a:ln>
        </p:spPr>
        <p:txBody>
          <a:bodyPr wrap="square" lIns="0" tIns="0" rIns="0" bIns="0">
            <a:noAutofit/>
          </a:bodyPr>
          <a:lstStyle>
            <a:defPPr algn="l">
              <a:defRPr sz="2175" b="0">
                <a:solidFill>
                  <a:srgbClr val="333333"/>
                </a:solidFill>
                <a:latin typeface="Noto Serif CJK SC"/>
                <a:ea typeface="Noto Serif CJK SC"/>
                <a:cs typeface="Noto Serif CJK SC"/>
              </a:defRPr>
            </a:defPPr>
            <a:lvl1pPr algn="l">
              <a:defRPr sz="2175" b="0">
                <a:solidFill>
                  <a:srgbClr val="333333"/>
                </a:solidFill>
                <a:latin typeface="Noto Serif CJK SC"/>
                <a:ea typeface="Noto Serif CJK SC"/>
                <a:cs typeface="Noto Serif CJK SC"/>
              </a:defRPr>
            </a:lvl1pPr>
            <a:lvl2pPr algn="l">
              <a:defRPr sz="2175" b="0">
                <a:solidFill>
                  <a:srgbClr val="333333"/>
                </a:solidFill>
                <a:latin typeface="Noto Serif CJK SC"/>
                <a:ea typeface="Noto Serif CJK SC"/>
                <a:cs typeface="Noto Serif CJK SC"/>
              </a:defRPr>
            </a:lvl2pPr>
            <a:lvl3pPr algn="l">
              <a:defRPr sz="2175" b="0">
                <a:solidFill>
                  <a:srgbClr val="333333"/>
                </a:solidFill>
                <a:latin typeface="Noto Serif CJK SC"/>
                <a:ea typeface="Noto Serif CJK SC"/>
                <a:cs typeface="Noto Serif CJK SC"/>
              </a:defRPr>
            </a:lvl3pPr>
            <a:lvl4pPr algn="l">
              <a:defRPr sz="2175" b="0">
                <a:solidFill>
                  <a:srgbClr val="333333"/>
                </a:solidFill>
                <a:latin typeface="Noto Serif CJK SC"/>
                <a:ea typeface="Noto Serif CJK SC"/>
                <a:cs typeface="Noto Serif CJK SC"/>
              </a:defRPr>
            </a:lvl4pPr>
            <a:lvl5pPr algn="l">
              <a:defRPr sz="2175" b="0">
                <a:solidFill>
                  <a:srgbClr val="333333"/>
                </a:solidFill>
                <a:latin typeface="Noto Serif CJK SC"/>
                <a:ea typeface="Noto Serif CJK SC"/>
                <a:cs typeface="Noto Serif CJK SC"/>
              </a:defRPr>
            </a:lvl5pPr>
            <a:lvl6pPr algn="l">
              <a:defRPr sz="2175" b="0">
                <a:solidFill>
                  <a:srgbClr val="333333"/>
                </a:solidFill>
                <a:latin typeface="Noto Serif CJK SC"/>
                <a:ea typeface="Noto Serif CJK SC"/>
                <a:cs typeface="Noto Serif CJK SC"/>
              </a:defRPr>
            </a:lvl6pPr>
            <a:lvl7pPr algn="l">
              <a:defRPr sz="2175" b="0">
                <a:solidFill>
                  <a:srgbClr val="333333"/>
                </a:solidFill>
                <a:latin typeface="Noto Serif CJK SC"/>
                <a:ea typeface="Noto Serif CJK SC"/>
                <a:cs typeface="Noto Serif CJK SC"/>
              </a:defRPr>
            </a:lvl7pPr>
            <a:lvl8pPr algn="l">
              <a:defRPr sz="2175" b="0">
                <a:solidFill>
                  <a:srgbClr val="333333"/>
                </a:solidFill>
                <a:latin typeface="Noto Serif CJK SC"/>
                <a:ea typeface="Noto Serif CJK SC"/>
                <a:cs typeface="Noto Serif CJK SC"/>
              </a:defRPr>
            </a:lvl8pPr>
            <a:lvl9pPr algn="l">
              <a:defRPr sz="2175" b="0">
                <a:solidFill>
                  <a:srgbClr val="333333"/>
                </a:solidFill>
                <a:latin typeface="Noto Serif CJK SC"/>
                <a:ea typeface="Noto Serif CJK SC"/>
                <a:cs typeface="Noto Serif CJK SC"/>
              </a:defRPr>
            </a:lvl9pPr>
          </a:lstStyle>
          <a:p>
            <a:pPr algn="l">
              <a:lnSpc>
                <a:spcPct val="112000"/>
              </a:lnSpc>
              <a:buNone/>
              <a:defRPr sz="2175" b="0">
                <a:solidFill>
                  <a:srgbClr val="333333"/>
                </a:solidFill>
                <a:latin typeface="Noto Serif CJK SC"/>
                <a:ea typeface="Noto Serif CJK SC"/>
                <a:cs typeface="Noto Serif CJK SC"/>
              </a:defRPr>
            </a:pPr>
            <a:r>
              <a:rPr sz="1955" b="0">
                <a:solidFill>
                  <a:srgbClr val="333333"/>
                </a:solidFill>
                <a:latin typeface="Noto Serif CJK SC"/>
                <a:ea typeface="Noto Serif CJK SC"/>
                <a:cs typeface="Noto Serif CJK SC"/>
              </a:rPr>
              <a:t>当时宪法和相关法律说明，民族自治地方是国家的组成部分，自治机关是国家统一领导下的地方政权，依法承担地方国家机关的职能。</a:t>
            </a:r>
            <a:endParaRPr sz="1955" b="0">
              <a:solidFill>
                <a:srgbClr val="333333"/>
              </a:solidFill>
              <a:latin typeface="Noto Serif CJK SC"/>
              <a:ea typeface="Noto Serif CJK SC"/>
              <a:cs typeface="Noto Serif CJK SC"/>
            </a:endParaRPr>
          </a:p>
        </p:txBody>
      </p:sp>
      <p:sp>
        <p:nvSpPr>
          <p:cNvPr id="11" name="frame-10"/>
          <p:cNvSpPr>
            <a:spLocks noGrp="1"/>
          </p:cNvSpPr>
          <p:nvPr/>
        </p:nvSpPr>
        <p:spPr>
          <a:xfrm>
            <a:off x="6758635" y="1790700"/>
            <a:ext cx="4710684" cy="3143250"/>
          </a:xfrm>
          <a:prstGeom prst="roundRect">
            <a:avLst>
              <a:gd name="adj" fmla="val 2424"/>
            </a:avLst>
          </a:prstGeom>
          <a:solidFill>
            <a:srgbClr val="FFFFFF"/>
          </a:solidFill>
          <a:ln w="28575">
            <a:solidFill>
              <a:srgbClr val="990B22"/>
            </a:solidFill>
            <a:prstDash val="solid"/>
          </a:ln>
        </p:spPr>
        <p:txBody>
          <a:bodyPr lIns="80467" rIns="80467"/>
          <a:p>
            <a:endParaRPr>
              <a:latin typeface="Noto Serif CJK SC"/>
              <a:ea typeface="Noto Serif CJK SC"/>
            </a:endParaRPr>
          </a:p>
        </p:txBody>
      </p:sp>
      <p:sp>
        <p:nvSpPr>
          <p:cNvPr id="12" name="frame-11"/>
          <p:cNvSpPr>
            <a:spLocks noGrp="1"/>
          </p:cNvSpPr>
          <p:nvPr/>
        </p:nvSpPr>
        <p:spPr>
          <a:xfrm>
            <a:off x="6758635" y="1790700"/>
            <a:ext cx="4710684" cy="742950"/>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3" name="text-12"/>
          <p:cNvSpPr>
            <a:spLocks noGrp="1"/>
          </p:cNvSpPr>
          <p:nvPr/>
        </p:nvSpPr>
        <p:spPr>
          <a:xfrm>
            <a:off x="6959803" y="1981200"/>
            <a:ext cx="4308348" cy="457200"/>
          </a:xfrm>
          <a:prstGeom prst="rect">
            <a:avLst/>
          </a:prstGeom>
          <a:noFill/>
          <a:ln w="0">
            <a:noFill/>
            <a:prstDash val="solid"/>
          </a:ln>
        </p:spPr>
        <p:txBody>
          <a:bodyPr wrap="square" lIns="0" tIns="0" rIns="0" bIns="0">
            <a:noAutofit/>
          </a:bodyPr>
          <a:lstStyle>
            <a:defPPr algn="l">
              <a:defRPr sz="2400" b="1">
                <a:solidFill>
                  <a:srgbClr val="FFFFFF"/>
                </a:solidFill>
                <a:latin typeface="Noto Serif CJK SC"/>
                <a:ea typeface="Noto Serif CJK SC"/>
                <a:cs typeface="Noto Serif CJK SC"/>
              </a:defRPr>
            </a:defPPr>
            <a:lvl1pPr algn="l">
              <a:defRPr sz="2400" b="1">
                <a:solidFill>
                  <a:srgbClr val="FFFFFF"/>
                </a:solidFill>
                <a:latin typeface="Noto Serif CJK SC"/>
                <a:ea typeface="Noto Serif CJK SC"/>
                <a:cs typeface="Noto Serif CJK SC"/>
              </a:defRPr>
            </a:lvl1pPr>
            <a:lvl2pPr algn="l">
              <a:defRPr sz="2400" b="1">
                <a:solidFill>
                  <a:srgbClr val="FFFFFF"/>
                </a:solidFill>
                <a:latin typeface="Noto Serif CJK SC"/>
                <a:ea typeface="Noto Serif CJK SC"/>
                <a:cs typeface="Noto Serif CJK SC"/>
              </a:defRPr>
            </a:lvl2pPr>
            <a:lvl3pPr algn="l">
              <a:defRPr sz="2400" b="1">
                <a:solidFill>
                  <a:srgbClr val="FFFFFF"/>
                </a:solidFill>
                <a:latin typeface="Noto Serif CJK SC"/>
                <a:ea typeface="Noto Serif CJK SC"/>
                <a:cs typeface="Noto Serif CJK SC"/>
              </a:defRPr>
            </a:lvl3pPr>
            <a:lvl4pPr algn="l">
              <a:defRPr sz="2400" b="1">
                <a:solidFill>
                  <a:srgbClr val="FFFFFF"/>
                </a:solidFill>
                <a:latin typeface="Noto Serif CJK SC"/>
                <a:ea typeface="Noto Serif CJK SC"/>
                <a:cs typeface="Noto Serif CJK SC"/>
              </a:defRPr>
            </a:lvl4pPr>
            <a:lvl5pPr algn="l">
              <a:defRPr sz="2400" b="1">
                <a:solidFill>
                  <a:srgbClr val="FFFFFF"/>
                </a:solidFill>
                <a:latin typeface="Noto Serif CJK SC"/>
                <a:ea typeface="Noto Serif CJK SC"/>
                <a:cs typeface="Noto Serif CJK SC"/>
              </a:defRPr>
            </a:lvl5pPr>
            <a:lvl6pPr algn="l">
              <a:defRPr sz="2400" b="1">
                <a:solidFill>
                  <a:srgbClr val="FFFFFF"/>
                </a:solidFill>
                <a:latin typeface="Noto Serif CJK SC"/>
                <a:ea typeface="Noto Serif CJK SC"/>
                <a:cs typeface="Noto Serif CJK SC"/>
              </a:defRPr>
            </a:lvl6pPr>
            <a:lvl7pPr algn="l">
              <a:defRPr sz="2400" b="1">
                <a:solidFill>
                  <a:srgbClr val="FFFFFF"/>
                </a:solidFill>
                <a:latin typeface="Noto Serif CJK SC"/>
                <a:ea typeface="Noto Serif CJK SC"/>
                <a:cs typeface="Noto Serif CJK SC"/>
              </a:defRPr>
            </a:lvl7pPr>
            <a:lvl8pPr algn="l">
              <a:defRPr sz="2400" b="1">
                <a:solidFill>
                  <a:srgbClr val="FFFFFF"/>
                </a:solidFill>
                <a:latin typeface="Noto Serif CJK SC"/>
                <a:ea typeface="Noto Serif CJK SC"/>
                <a:cs typeface="Noto Serif CJK SC"/>
              </a:defRPr>
            </a:lvl8pPr>
            <a:lvl9pPr algn="l">
              <a:defRPr sz="2400" b="1">
                <a:solidFill>
                  <a:srgbClr val="FFFFFF"/>
                </a:solidFill>
                <a:latin typeface="Noto Serif CJK SC"/>
                <a:ea typeface="Noto Serif CJK SC"/>
                <a:cs typeface="Noto Serif CJK SC"/>
              </a:defRPr>
            </a:lvl9pPr>
          </a:lstStyle>
          <a:p>
            <a:pPr algn="l">
              <a:lnSpc>
                <a:spcPct val="112000"/>
              </a:lnSpc>
              <a:buNone/>
              <a:defRPr sz="2400" b="1">
                <a:solidFill>
                  <a:srgbClr val="FFFFFF"/>
                </a:solidFill>
                <a:latin typeface="Noto Serif CJK SC"/>
                <a:ea typeface="Noto Serif CJK SC"/>
                <a:cs typeface="Noto Serif CJK SC"/>
              </a:defRPr>
            </a:pPr>
            <a:r>
              <a:rPr sz="2160" b="1">
                <a:solidFill>
                  <a:srgbClr val="FFFFFF"/>
                </a:solidFill>
                <a:latin typeface="Noto Serif CJK SC"/>
                <a:ea typeface="Noto Serif CJK SC"/>
                <a:cs typeface="Noto Serif CJK SC"/>
              </a:rPr>
              <a:t>自治权与地方实际</a:t>
            </a:r>
            <a:endParaRPr sz="2160" b="1">
              <a:solidFill>
                <a:srgbClr val="FFFFFF"/>
              </a:solidFill>
              <a:latin typeface="Noto Serif CJK SC"/>
              <a:ea typeface="Noto Serif CJK SC"/>
              <a:cs typeface="Noto Serif CJK SC"/>
            </a:endParaRPr>
          </a:p>
        </p:txBody>
      </p:sp>
      <p:sp>
        <p:nvSpPr>
          <p:cNvPr id="14" name="text-13"/>
          <p:cNvSpPr>
            <a:spLocks noGrp="1"/>
          </p:cNvSpPr>
          <p:nvPr/>
        </p:nvSpPr>
        <p:spPr>
          <a:xfrm>
            <a:off x="6959803" y="2800350"/>
            <a:ext cx="4308348" cy="1952625"/>
          </a:xfrm>
          <a:prstGeom prst="rect">
            <a:avLst/>
          </a:prstGeom>
          <a:noFill/>
          <a:ln w="0">
            <a:noFill/>
            <a:prstDash val="solid"/>
          </a:ln>
        </p:spPr>
        <p:txBody>
          <a:bodyPr wrap="square" lIns="0" tIns="0" rIns="0" bIns="0">
            <a:noAutofit/>
          </a:bodyPr>
          <a:lstStyle>
            <a:defPPr algn="l">
              <a:defRPr sz="2175" b="0">
                <a:solidFill>
                  <a:srgbClr val="333333"/>
                </a:solidFill>
                <a:latin typeface="Noto Serif CJK SC"/>
                <a:ea typeface="Noto Serif CJK SC"/>
                <a:cs typeface="Noto Serif CJK SC"/>
              </a:defRPr>
            </a:defPPr>
            <a:lvl1pPr algn="l">
              <a:defRPr sz="2175" b="0">
                <a:solidFill>
                  <a:srgbClr val="333333"/>
                </a:solidFill>
                <a:latin typeface="Noto Serif CJK SC"/>
                <a:ea typeface="Noto Serif CJK SC"/>
                <a:cs typeface="Noto Serif CJK SC"/>
              </a:defRPr>
            </a:lvl1pPr>
            <a:lvl2pPr algn="l">
              <a:defRPr sz="2175" b="0">
                <a:solidFill>
                  <a:srgbClr val="333333"/>
                </a:solidFill>
                <a:latin typeface="Noto Serif CJK SC"/>
                <a:ea typeface="Noto Serif CJK SC"/>
                <a:cs typeface="Noto Serif CJK SC"/>
              </a:defRPr>
            </a:lvl2pPr>
            <a:lvl3pPr algn="l">
              <a:defRPr sz="2175" b="0">
                <a:solidFill>
                  <a:srgbClr val="333333"/>
                </a:solidFill>
                <a:latin typeface="Noto Serif CJK SC"/>
                <a:ea typeface="Noto Serif CJK SC"/>
                <a:cs typeface="Noto Serif CJK SC"/>
              </a:defRPr>
            </a:lvl3pPr>
            <a:lvl4pPr algn="l">
              <a:defRPr sz="2175" b="0">
                <a:solidFill>
                  <a:srgbClr val="333333"/>
                </a:solidFill>
                <a:latin typeface="Noto Serif CJK SC"/>
                <a:ea typeface="Noto Serif CJK SC"/>
                <a:cs typeface="Noto Serif CJK SC"/>
              </a:defRPr>
            </a:lvl4pPr>
            <a:lvl5pPr algn="l">
              <a:defRPr sz="2175" b="0">
                <a:solidFill>
                  <a:srgbClr val="333333"/>
                </a:solidFill>
                <a:latin typeface="Noto Serif CJK SC"/>
                <a:ea typeface="Noto Serif CJK SC"/>
                <a:cs typeface="Noto Serif CJK SC"/>
              </a:defRPr>
            </a:lvl5pPr>
            <a:lvl6pPr algn="l">
              <a:defRPr sz="2175" b="0">
                <a:solidFill>
                  <a:srgbClr val="333333"/>
                </a:solidFill>
                <a:latin typeface="Noto Serif CJK SC"/>
                <a:ea typeface="Noto Serif CJK SC"/>
                <a:cs typeface="Noto Serif CJK SC"/>
              </a:defRPr>
            </a:lvl6pPr>
            <a:lvl7pPr algn="l">
              <a:defRPr sz="2175" b="0">
                <a:solidFill>
                  <a:srgbClr val="333333"/>
                </a:solidFill>
                <a:latin typeface="Noto Serif CJK SC"/>
                <a:ea typeface="Noto Serif CJK SC"/>
                <a:cs typeface="Noto Serif CJK SC"/>
              </a:defRPr>
            </a:lvl7pPr>
            <a:lvl8pPr algn="l">
              <a:defRPr sz="2175" b="0">
                <a:solidFill>
                  <a:srgbClr val="333333"/>
                </a:solidFill>
                <a:latin typeface="Noto Serif CJK SC"/>
                <a:ea typeface="Noto Serif CJK SC"/>
                <a:cs typeface="Noto Serif CJK SC"/>
              </a:defRPr>
            </a:lvl8pPr>
            <a:lvl9pPr algn="l">
              <a:defRPr sz="2175" b="0">
                <a:solidFill>
                  <a:srgbClr val="333333"/>
                </a:solidFill>
                <a:latin typeface="Noto Serif CJK SC"/>
                <a:ea typeface="Noto Serif CJK SC"/>
                <a:cs typeface="Noto Serif CJK SC"/>
              </a:defRPr>
            </a:lvl9pPr>
          </a:lstStyle>
          <a:p>
            <a:pPr algn="l">
              <a:lnSpc>
                <a:spcPct val="112000"/>
              </a:lnSpc>
              <a:buNone/>
              <a:defRPr sz="2175" b="0">
                <a:solidFill>
                  <a:srgbClr val="333333"/>
                </a:solidFill>
                <a:latin typeface="Noto Serif CJK SC"/>
                <a:ea typeface="Noto Serif CJK SC"/>
                <a:cs typeface="Noto Serif CJK SC"/>
              </a:defRPr>
            </a:pPr>
            <a:r>
              <a:rPr sz="1955" b="0">
                <a:solidFill>
                  <a:srgbClr val="333333"/>
                </a:solidFill>
                <a:latin typeface="Noto Serif CJK SC"/>
                <a:ea typeface="Noto Serif CJK SC"/>
                <a:cs typeface="Noto Serif CJK SC"/>
              </a:rPr>
              <a:t>自治机关依法行使自治权，并结合本地情况贯彻国家法律和政策。原书还介绍了自治机关领导人员的民族构成要求，强调当地民族参与地方事务管理。</a:t>
            </a:r>
            <a:endParaRPr sz="1955" b="0">
              <a:solidFill>
                <a:srgbClr val="333333"/>
              </a:solidFill>
              <a:latin typeface="Noto Serif CJK SC"/>
              <a:ea typeface="Noto Serif CJK SC"/>
              <a:cs typeface="Noto Serif CJK SC"/>
            </a:endParaRPr>
          </a:p>
        </p:txBody>
      </p:sp>
      <p:sp>
        <p:nvSpPr>
          <p:cNvPr id="15" name="frame-14"/>
          <p:cNvSpPr>
            <a:spLocks noGrp="1"/>
          </p:cNvSpPr>
          <p:nvPr/>
        </p:nvSpPr>
        <p:spPr>
          <a:xfrm>
            <a:off x="1779727" y="5210175"/>
            <a:ext cx="9689592" cy="1000125"/>
          </a:xfrm>
          <a:prstGeom prst="roundRect">
            <a:avLst>
              <a:gd name="adj" fmla="val 7619"/>
            </a:avLst>
          </a:prstGeom>
          <a:solidFill>
            <a:srgbClr val="F8EEF0"/>
          </a:solidFill>
          <a:ln w="23813">
            <a:solidFill>
              <a:srgbClr val="990B22"/>
            </a:solidFill>
            <a:prstDash val="solid"/>
          </a:ln>
        </p:spPr>
        <p:txBody>
          <a:bodyPr lIns="80467" rIns="80467"/>
          <a:p>
            <a:endParaRPr>
              <a:latin typeface="Noto Serif CJK SC"/>
              <a:ea typeface="Noto Serif CJK SC"/>
            </a:endParaRPr>
          </a:p>
        </p:txBody>
      </p:sp>
      <p:sp>
        <p:nvSpPr>
          <p:cNvPr id="16" name="frame-15"/>
          <p:cNvSpPr>
            <a:spLocks noGrp="1"/>
          </p:cNvSpPr>
          <p:nvPr/>
        </p:nvSpPr>
        <p:spPr>
          <a:xfrm>
            <a:off x="1779727" y="5210175"/>
            <a:ext cx="83820" cy="1000125"/>
          </a:xfrm>
          <a:prstGeom prst="rect">
            <a:avLst/>
          </a:prstGeom>
          <a:solidFill>
            <a:srgbClr val="990B22"/>
          </a:solidFill>
          <a:ln w="0">
            <a:noFill/>
            <a:prstDash val="solid"/>
          </a:ln>
        </p:spPr>
        <p:txBody>
          <a:bodyPr lIns="80467" rIns="80467"/>
          <a:p>
            <a:endParaRPr>
              <a:latin typeface="Noto Serif CJK SC"/>
              <a:ea typeface="Noto Serif CJK SC"/>
            </a:endParaRPr>
          </a:p>
        </p:txBody>
      </p:sp>
      <p:sp>
        <p:nvSpPr>
          <p:cNvPr id="17" name="text-16"/>
          <p:cNvSpPr>
            <a:spLocks noGrp="1"/>
          </p:cNvSpPr>
          <p:nvPr/>
        </p:nvSpPr>
        <p:spPr>
          <a:xfrm>
            <a:off x="1989277" y="5410200"/>
            <a:ext cx="9270492" cy="695325"/>
          </a:xfrm>
          <a:prstGeom prst="rect">
            <a:avLst/>
          </a:prstGeom>
          <a:noFill/>
          <a:ln w="0">
            <a:noFill/>
            <a:prstDash val="solid"/>
          </a:ln>
        </p:spPr>
        <p:txBody>
          <a:bodyPr wrap="square" lIns="0" tIns="0" rIns="0" bIns="0">
            <a:noAutofit/>
          </a:bodyPr>
          <a:lstStyle>
            <a:defPPr algn="l">
              <a:defRPr sz="2100" b="0">
                <a:solidFill>
                  <a:srgbClr val="990B22"/>
                </a:solidFill>
                <a:latin typeface="Noto Serif CJK SC"/>
                <a:ea typeface="Noto Serif CJK SC"/>
                <a:cs typeface="Noto Serif CJK SC"/>
              </a:defRPr>
            </a:defPPr>
            <a:lvl1pPr algn="l">
              <a:defRPr sz="2100" b="0">
                <a:solidFill>
                  <a:srgbClr val="990B22"/>
                </a:solidFill>
                <a:latin typeface="Noto Serif CJK SC"/>
                <a:ea typeface="Noto Serif CJK SC"/>
                <a:cs typeface="Noto Serif CJK SC"/>
              </a:defRPr>
            </a:lvl1pPr>
            <a:lvl2pPr algn="l">
              <a:defRPr sz="2100" b="0">
                <a:solidFill>
                  <a:srgbClr val="990B22"/>
                </a:solidFill>
                <a:latin typeface="Noto Serif CJK SC"/>
                <a:ea typeface="Noto Serif CJK SC"/>
                <a:cs typeface="Noto Serif CJK SC"/>
              </a:defRPr>
            </a:lvl2pPr>
            <a:lvl3pPr algn="l">
              <a:defRPr sz="2100" b="0">
                <a:solidFill>
                  <a:srgbClr val="990B22"/>
                </a:solidFill>
                <a:latin typeface="Noto Serif CJK SC"/>
                <a:ea typeface="Noto Serif CJK SC"/>
                <a:cs typeface="Noto Serif CJK SC"/>
              </a:defRPr>
            </a:lvl3pPr>
            <a:lvl4pPr algn="l">
              <a:defRPr sz="2100" b="0">
                <a:solidFill>
                  <a:srgbClr val="990B22"/>
                </a:solidFill>
                <a:latin typeface="Noto Serif CJK SC"/>
                <a:ea typeface="Noto Serif CJK SC"/>
                <a:cs typeface="Noto Serif CJK SC"/>
              </a:defRPr>
            </a:lvl4pPr>
            <a:lvl5pPr algn="l">
              <a:defRPr sz="2100" b="0">
                <a:solidFill>
                  <a:srgbClr val="990B22"/>
                </a:solidFill>
                <a:latin typeface="Noto Serif CJK SC"/>
                <a:ea typeface="Noto Serif CJK SC"/>
                <a:cs typeface="Noto Serif CJK SC"/>
              </a:defRPr>
            </a:lvl5pPr>
            <a:lvl6pPr algn="l">
              <a:defRPr sz="2100" b="0">
                <a:solidFill>
                  <a:srgbClr val="990B22"/>
                </a:solidFill>
                <a:latin typeface="Noto Serif CJK SC"/>
                <a:ea typeface="Noto Serif CJK SC"/>
                <a:cs typeface="Noto Serif CJK SC"/>
              </a:defRPr>
            </a:lvl6pPr>
            <a:lvl7pPr algn="l">
              <a:defRPr sz="2100" b="0">
                <a:solidFill>
                  <a:srgbClr val="990B22"/>
                </a:solidFill>
                <a:latin typeface="Noto Serif CJK SC"/>
                <a:ea typeface="Noto Serif CJK SC"/>
                <a:cs typeface="Noto Serif CJK SC"/>
              </a:defRPr>
            </a:lvl7pPr>
            <a:lvl8pPr algn="l">
              <a:defRPr sz="2100" b="0">
                <a:solidFill>
                  <a:srgbClr val="990B22"/>
                </a:solidFill>
                <a:latin typeface="Noto Serif CJK SC"/>
                <a:ea typeface="Noto Serif CJK SC"/>
                <a:cs typeface="Noto Serif CJK SC"/>
              </a:defRPr>
            </a:lvl8pPr>
            <a:lvl9pPr algn="l">
              <a:defRPr sz="2100" b="0">
                <a:solidFill>
                  <a:srgbClr val="990B22"/>
                </a:solidFill>
                <a:latin typeface="Noto Serif CJK SC"/>
                <a:ea typeface="Noto Serif CJK SC"/>
                <a:cs typeface="Noto Serif CJK SC"/>
              </a:defRPr>
            </a:lvl9pPr>
          </a:lstStyle>
          <a:p>
            <a:pPr algn="l">
              <a:lnSpc>
                <a:spcPct val="112000"/>
              </a:lnSpc>
              <a:buNone/>
              <a:defRPr sz="2100" b="0">
                <a:solidFill>
                  <a:srgbClr val="990B22"/>
                </a:solidFill>
                <a:latin typeface="Noto Serif CJK SC"/>
                <a:ea typeface="Noto Serif CJK SC"/>
                <a:cs typeface="Noto Serif CJK SC"/>
              </a:defRPr>
            </a:pPr>
            <a:r>
              <a:rPr sz="1890" b="0">
                <a:solidFill>
                  <a:srgbClr val="990B22"/>
                </a:solidFill>
                <a:latin typeface="Noto Serif CJK SC"/>
                <a:ea typeface="Noto Serif CJK SC"/>
                <a:cs typeface="Noto Serif CJK SC"/>
              </a:rPr>
              <a:t>制度分析需要同时讨论国家整体与地方具体条件。</a:t>
            </a:r>
            <a:endParaRPr sz="1890" b="0">
              <a:solidFill>
                <a:srgbClr val="990B22"/>
              </a:solidFill>
              <a:latin typeface="Noto Serif CJK SC"/>
              <a:ea typeface="Noto Serif CJK SC"/>
              <a:cs typeface="Noto Serif CJK SC"/>
            </a:endParaRPr>
          </a:p>
        </p:txBody>
      </p:sp>
      <p:sp>
        <p:nvSpPr>
          <p:cNvPr id="18" name="Rectangle 17"/>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9" name="TextBox 18"/>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20" name="TextBox 19"/>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
        <p:nvSpPr>
          <p:cNvPr id="21" name="Rectangle 20"/>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2" name="TextBox 21"/>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23" name="Rectangle 22"/>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4" name="Rectangle 23"/>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Rectangle 25"/>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7" name="Rectangle 26"/>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TextBox 27"/>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endParaRPr>
              <a:latin typeface="Noto Serif CJK SC"/>
              <a:ea typeface="Noto Serif CJK SC"/>
            </a:endParaRPr>
          </a:p>
        </p:txBody>
      </p:sp>
      <p:sp>
        <p:nvSpPr>
          <p:cNvPr id="29" name="Rectangle 28"/>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0" name="Rectangle 29"/>
          <p:cNvSpPr/>
          <p:nvPr/>
        </p:nvSpPr>
        <p:spPr>
          <a:xfrm>
            <a:off x="0" y="457200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TextBox 30"/>
          <p:cNvSpPr txBox="1"/>
          <p:nvPr/>
        </p:nvSpPr>
        <p:spPr>
          <a:xfrm>
            <a:off x="109728" y="4709160"/>
            <a:ext cx="1261872" cy="292608"/>
          </a:xfrm>
          <a:prstGeom prst="rect">
            <a:avLst/>
          </a:prstGeom>
          <a:noFill/>
        </p:spPr>
        <p:txBody>
          <a:bodyPr wrap="square" lIns="18288" tIns="0" rIns="18288" bIns="0">
            <a:spAutoFit/>
          </a:bodyPr>
          <a:lstStyle/>
          <a:p>
            <a:pPr algn="ctr">
              <a:defRPr sz="1500" b="1">
                <a:solidFill>
                  <a:srgbClr val="990B22"/>
                </a:solidFill>
                <a:latin typeface="Noto Serif CJK SC"/>
              </a:defRPr>
            </a:pPr>
            <a:r>
              <a:rPr sz="1500" b="1">
                <a:solidFill>
                  <a:srgbClr val="990B22"/>
                </a:solidFill>
                <a:latin typeface="Noto Serif CJK SC"/>
                <a:ea typeface="Noto Serif CJK SC"/>
                <a:cs typeface="Noto Serif CJK SC"/>
              </a:rPr>
              <a:t>民族政策</a:t>
            </a:r>
            <a:endParaRPr>
              <a:latin typeface="Noto Serif CJK SC"/>
              <a:ea typeface="Noto Serif CJK SC"/>
            </a:endParaRPr>
          </a:p>
        </p:txBody>
      </p:sp>
      <p:sp>
        <p:nvSpPr>
          <p:cNvPr id="32" name="Rectangle 31"/>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Rectangle 32"/>
          <p:cNvSpPr/>
          <p:nvPr/>
        </p:nvSpPr>
        <p:spPr>
          <a:xfrm>
            <a:off x="0" y="516636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Rectangle 34"/>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6" name="TextBox 35"/>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37" name="Rectangle 36"/>
          <p:cNvSpPr/>
          <p:nvPr/>
        </p:nvSpPr>
        <p:spPr>
          <a:xfrm>
            <a:off x="1783080" y="411480"/>
            <a:ext cx="310896" cy="310896"/>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8" name="Rectangle 37"/>
          <p:cNvSpPr/>
          <p:nvPr/>
        </p:nvSpPr>
        <p:spPr>
          <a:xfrm>
            <a:off x="2148840" y="914400"/>
            <a:ext cx="9601200" cy="10972"/>
          </a:xfrm>
          <a:prstGeom prst="rect">
            <a:avLst/>
          </a:prstGeom>
          <a:solidFill>
            <a:srgbClr val="D5A2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9" name="TextBox 38"/>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27</a:t>
            </a:r>
            <a:endParaRPr>
              <a:latin typeface="Noto Serif CJK SC"/>
              <a:ea typeface="Noto Serif CJK SC"/>
            </a:endParaRPr>
          </a:p>
        </p:txBody>
      </p:sp>
      <p:sp>
        <p:nvSpPr>
          <p:cNvPr id="2" name="TextBox 29"/>
          <p:cNvSpPr txBox="1"/>
          <p:nvPr/>
        </p:nvSpPr>
        <p:spPr>
          <a:xfrm>
            <a:off x="109728" y="3520439"/>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边疆</a:t>
            </a:r>
            <a:r>
              <a:rPr lang="zh-CN" sz="1500" b="0">
                <a:solidFill>
                  <a:srgbClr val="FFFFFF"/>
                </a:solidFill>
                <a:latin typeface="Noto Serif CJK SC"/>
                <a:ea typeface="Noto Serif CJK SC"/>
                <a:cs typeface="Noto Serif CJK SC"/>
              </a:rPr>
              <a:t>形势</a:t>
            </a:r>
            <a:endParaRPr lang="en-US">
              <a:latin typeface="Noto Serif CJK SC"/>
              <a:ea typeface="Noto Serif CJK SC"/>
            </a:endParaRPr>
          </a:p>
        </p:txBody>
      </p:sp>
      <p:sp>
        <p:nvSpPr>
          <p:cNvPr id="4" name="TextBox 38"/>
          <p:cNvSpPr txBox="1"/>
          <p:nvPr/>
        </p:nvSpPr>
        <p:spPr>
          <a:xfrm>
            <a:off x="109728" y="5303520"/>
            <a:ext cx="1261872" cy="230505"/>
          </a:xfrm>
          <a:prstGeom prst="rect">
            <a:avLst/>
          </a:prstGeom>
          <a:noFill/>
        </p:spPr>
        <p:txBody>
          <a:bodyPr wrap="square" lIns="18288" tIns="0" rIns="18288" bIns="0">
            <a:spAutoFit/>
          </a:bodyPr>
          <a:lstStyle/>
          <a:p>
            <a:pPr algn="ctr">
              <a:defRPr sz="1500" b="0">
                <a:solidFill>
                  <a:srgbClr val="FFFFFF"/>
                </a:solidFill>
                <a:latin typeface="Noto Serif CJK SC"/>
              </a:defRPr>
            </a:pPr>
            <a:r>
              <a:rPr lang="zh-CN" sz="1500" b="0">
                <a:solidFill>
                  <a:srgbClr val="FFFFFF"/>
                </a:solidFill>
                <a:latin typeface="Noto Serif CJK SC"/>
                <a:ea typeface="Noto Serif CJK SC"/>
                <a:cs typeface="Noto Serif CJK SC"/>
              </a:rPr>
              <a:t>学习</a:t>
            </a:r>
            <a:r>
              <a:rPr lang="zh-CN" sz="1500" b="0">
                <a:solidFill>
                  <a:srgbClr val="FFFFFF"/>
                </a:solidFill>
                <a:latin typeface="Noto Serif CJK SC"/>
                <a:ea typeface="Noto Serif CJK SC"/>
                <a:cs typeface="Noto Serif CJK SC"/>
              </a:rPr>
              <a:t>总结</a:t>
            </a:r>
            <a:endParaRPr lang="zh-CN">
              <a:latin typeface="Noto Serif CJK SC"/>
              <a:ea typeface="Noto Serif CJK SC"/>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3" name="Rectangle 12"/>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16" name="TextBox 15"/>
          <p:cNvSpPr txBox="1"/>
          <p:nvPr/>
        </p:nvSpPr>
        <p:spPr>
          <a:xfrm>
            <a:off x="1920240" y="1371600"/>
            <a:ext cx="1828800" cy="868680"/>
          </a:xfrm>
          <a:prstGeom prst="rect">
            <a:avLst/>
          </a:prstGeom>
          <a:noFill/>
        </p:spPr>
        <p:txBody>
          <a:bodyPr wrap="square" lIns="18288" tIns="0" rIns="18288" bIns="0">
            <a:spAutoFit/>
          </a:bodyPr>
          <a:lstStyle/>
          <a:p>
            <a:pPr algn="l">
              <a:defRPr sz="6000" b="1">
                <a:solidFill>
                  <a:srgbClr val="990B22"/>
                </a:solidFill>
                <a:latin typeface="Noto Serif CJK SC"/>
              </a:defRPr>
            </a:pPr>
            <a:r>
              <a:rPr sz="6000" b="1">
                <a:solidFill>
                  <a:srgbClr val="990B22"/>
                </a:solidFill>
                <a:latin typeface="Noto Serif CJK SC"/>
                <a:ea typeface="Noto Serif CJK SC"/>
                <a:cs typeface="Noto Serif CJK SC"/>
              </a:rPr>
              <a:t>04</a:t>
            </a:r>
            <a:endParaRPr>
              <a:latin typeface="Noto Serif CJK SC"/>
              <a:ea typeface="Noto Serif CJK SC"/>
              <a:cs typeface="Noto Serif CJK SC"/>
            </a:endParaRPr>
          </a:p>
        </p:txBody>
      </p:sp>
      <p:sp>
        <p:nvSpPr>
          <p:cNvPr id="17" name="Rectangle 16"/>
          <p:cNvSpPr/>
          <p:nvPr/>
        </p:nvSpPr>
        <p:spPr>
          <a:xfrm>
            <a:off x="1938528" y="2423160"/>
            <a:ext cx="4297680" cy="2286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cs typeface="Noto Serif CJK SC"/>
            </a:endParaRPr>
          </a:p>
        </p:txBody>
      </p:sp>
      <p:sp>
        <p:nvSpPr>
          <p:cNvPr id="18" name="TextBox 17"/>
          <p:cNvSpPr txBox="1"/>
          <p:nvPr/>
        </p:nvSpPr>
        <p:spPr>
          <a:xfrm>
            <a:off x="1920240" y="2770632"/>
            <a:ext cx="4663440" cy="522605"/>
          </a:xfrm>
          <a:prstGeom prst="rect">
            <a:avLst/>
          </a:prstGeom>
          <a:noFill/>
        </p:spPr>
        <p:txBody>
          <a:bodyPr wrap="square" lIns="18288" tIns="0" rIns="18288" bIns="0">
            <a:spAutoFit/>
          </a:bodyPr>
          <a:lstStyle/>
          <a:p>
            <a:pPr algn="l">
              <a:defRPr sz="3400" b="1">
                <a:solidFill>
                  <a:srgbClr val="990B22"/>
                </a:solidFill>
                <a:latin typeface="Noto Serif CJK SC"/>
              </a:defRPr>
            </a:pPr>
            <a:r>
              <a:rPr lang="zh-CN" sz="3400" b="1">
                <a:solidFill>
                  <a:srgbClr val="990B22"/>
                </a:solidFill>
                <a:latin typeface="Noto Serif CJK SC"/>
                <a:ea typeface="Noto Serif CJK SC"/>
                <a:cs typeface="Noto Serif CJK SC"/>
              </a:rPr>
              <a:t>学习总结</a:t>
            </a:r>
            <a:endParaRPr lang="zh-CN">
              <a:latin typeface="Noto Serif CJK SC"/>
              <a:ea typeface="Noto Serif CJK SC"/>
            </a:endParaRPr>
          </a:p>
        </p:txBody>
      </p:sp>
      <p:sp>
        <p:nvSpPr>
          <p:cNvPr id="20" name="TextBox 19"/>
          <p:cNvSpPr txBox="1"/>
          <p:nvPr/>
        </p:nvSpPr>
        <p:spPr>
          <a:xfrm>
            <a:off x="1920240" y="6035040"/>
            <a:ext cx="4572000" cy="365760"/>
          </a:xfrm>
          <a:prstGeom prst="rect">
            <a:avLst/>
          </a:prstGeom>
          <a:noFill/>
        </p:spPr>
        <p:txBody>
          <a:bodyPr wrap="square" lIns="18288" tIns="0" rIns="18288" bIns="0">
            <a:spAutoFit/>
          </a:bodyPr>
          <a:lstStyle/>
          <a:p>
            <a:pPr algn="l">
              <a:defRPr sz="1500" b="0">
                <a:solidFill>
                  <a:srgbClr val="888888"/>
                </a:solidFill>
                <a:latin typeface="Noto Serif CJK SC"/>
              </a:defRPr>
            </a:pPr>
            <a:r>
              <a:rPr sz="1500" b="0">
                <a:solidFill>
                  <a:srgbClr val="888888"/>
                </a:solidFill>
                <a:latin typeface="Noto Serif CJK SC"/>
                <a:ea typeface="Noto Serif CJK SC"/>
                <a:cs typeface="Noto Serif CJK SC"/>
              </a:rPr>
              <a:t>中国民族关系史纲要</a:t>
            </a:r>
            <a:endParaRPr>
              <a:latin typeface="Noto Serif CJK SC"/>
              <a:ea typeface="Noto Serif CJK SC"/>
            </a:endParaRPr>
          </a:p>
        </p:txBody>
      </p:sp>
      <p:sp>
        <p:nvSpPr>
          <p:cNvPr id="21" name="TextBox 20"/>
          <p:cNvSpPr txBox="1"/>
          <p:nvPr/>
        </p:nvSpPr>
        <p:spPr>
          <a:xfrm>
            <a:off x="11393424" y="6473952"/>
            <a:ext cx="411480" cy="210312"/>
          </a:xfrm>
          <a:prstGeom prst="rect">
            <a:avLst/>
          </a:prstGeom>
          <a:noFill/>
        </p:spPr>
        <p:txBody>
          <a:bodyPr wrap="square" lIns="18288" tIns="0" rIns="18288" bIns="0">
            <a:spAutoFit/>
          </a:bodyPr>
          <a:lstStyle/>
          <a:p>
            <a:pPr algn="r">
              <a:defRPr sz="1100" b="0">
                <a:solidFill>
                  <a:srgbClr val="888888"/>
                </a:solidFill>
                <a:latin typeface="Noto Serif CJK SC"/>
              </a:defRPr>
            </a:pPr>
            <a:r>
              <a:rPr sz="1100" b="0">
                <a:solidFill>
                  <a:srgbClr val="888888"/>
                </a:solidFill>
                <a:latin typeface="Noto Serif CJK SC"/>
                <a:ea typeface="Noto Serif CJK SC"/>
                <a:cs typeface="Noto Serif CJK SC"/>
              </a:rPr>
              <a:t>28</a:t>
            </a:r>
            <a:endParaRPr>
              <a:latin typeface="Noto Serif CJK SC"/>
              <a:ea typeface="Noto Serif CJK SC"/>
              <a:cs typeface="Noto Serif CJK SC"/>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9" name="Rectangle 18"/>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0" name="TextBox 19"/>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21" name="TextBox 20"/>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
        <p:nvSpPr>
          <p:cNvPr id="22" name="Rectangle 21"/>
          <p:cNvSpPr/>
          <p:nvPr>
            <p:custDataLst>
              <p:tags r:id="rId1"/>
            </p:custDataLst>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3" name="TextBox 22"/>
          <p:cNvSpPr txBox="1"/>
          <p:nvPr>
            <p:custDataLst>
              <p:tags r:id="rId2"/>
            </p:custDataLst>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24" name="Rectangle 23"/>
          <p:cNvSpPr/>
          <p:nvPr>
            <p:custDataLst>
              <p:tags r:id="rId3"/>
            </p:custDataLst>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5" name="Rectangle 24"/>
          <p:cNvSpPr/>
          <p:nvPr>
            <p:custDataLst>
              <p:tags r:id="rId4"/>
            </p:custDataLst>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TextBox 25"/>
          <p:cNvSpPr txBox="1"/>
          <p:nvPr>
            <p:custDataLst>
              <p:tags r:id="rId5"/>
            </p:custDataLst>
          </p:nvPr>
        </p:nvSpPr>
        <p:spPr>
          <a:xfrm>
            <a:off x="109728" y="352043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边疆形势</a:t>
            </a:r>
            <a:endParaRPr>
              <a:latin typeface="Noto Serif CJK SC"/>
              <a:ea typeface="Noto Serif CJK SC"/>
            </a:endParaRPr>
          </a:p>
        </p:txBody>
      </p:sp>
      <p:sp>
        <p:nvSpPr>
          <p:cNvPr id="27" name="Rectangle 26"/>
          <p:cNvSpPr/>
          <p:nvPr>
            <p:custDataLst>
              <p:tags r:id="rId6"/>
            </p:custDataLst>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Rectangle 27"/>
          <p:cNvSpPr/>
          <p:nvPr>
            <p:custDataLst>
              <p:tags r:id="rId7"/>
            </p:custDataLst>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TextBox 28"/>
          <p:cNvSpPr txBox="1"/>
          <p:nvPr>
            <p:custDataLst>
              <p:tags r:id="rId8"/>
            </p:custDataLst>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endParaRPr>
              <a:latin typeface="Noto Serif CJK SC"/>
              <a:ea typeface="Noto Serif CJK SC"/>
            </a:endParaRPr>
          </a:p>
        </p:txBody>
      </p:sp>
      <p:sp>
        <p:nvSpPr>
          <p:cNvPr id="30" name="Rectangle 29"/>
          <p:cNvSpPr/>
          <p:nvPr>
            <p:custDataLst>
              <p:tags r:id="rId9"/>
            </p:custDataLst>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Rectangle 30"/>
          <p:cNvSpPr/>
          <p:nvPr>
            <p:custDataLst>
              <p:tags r:id="rId10"/>
            </p:custDataLst>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2" name="TextBox 31"/>
          <p:cNvSpPr txBox="1"/>
          <p:nvPr>
            <p:custDataLst>
              <p:tags r:id="rId11"/>
            </p:custDataLst>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民族政策</a:t>
            </a:r>
            <a:endParaRPr>
              <a:latin typeface="Noto Serif CJK SC"/>
              <a:ea typeface="Noto Serif CJK SC"/>
            </a:endParaRPr>
          </a:p>
        </p:txBody>
      </p:sp>
      <p:sp>
        <p:nvSpPr>
          <p:cNvPr id="33" name="Rectangle 32"/>
          <p:cNvSpPr/>
          <p:nvPr>
            <p:custDataLst>
              <p:tags r:id="rId12"/>
            </p:custDataLst>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4" name="Rectangle 33"/>
          <p:cNvSpPr/>
          <p:nvPr>
            <p:custDataLst>
              <p:tags r:id="rId13"/>
            </p:custDataLst>
          </p:nvPr>
        </p:nvSpPr>
        <p:spPr>
          <a:xfrm>
            <a:off x="0" y="516636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TextBox 34"/>
          <p:cNvSpPr txBox="1"/>
          <p:nvPr>
            <p:custDataLst>
              <p:tags r:id="rId14"/>
            </p:custDataLst>
          </p:nvPr>
        </p:nvSpPr>
        <p:spPr>
          <a:xfrm>
            <a:off x="109728" y="5303520"/>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sz="1500" b="1">
                <a:solidFill>
                  <a:srgbClr val="990B22"/>
                </a:solidFill>
                <a:latin typeface="Noto Serif CJK SC"/>
                <a:ea typeface="Noto Serif CJK SC"/>
                <a:cs typeface="Noto Serif CJK SC"/>
              </a:rPr>
              <a:t>学习总结</a:t>
            </a:r>
            <a:endParaRPr lang="zh-CN">
              <a:latin typeface="Noto Serif CJK SC"/>
              <a:ea typeface="Noto Serif CJK SC"/>
            </a:endParaRPr>
          </a:p>
        </p:txBody>
      </p:sp>
      <p:sp>
        <p:nvSpPr>
          <p:cNvPr id="36" name="Rectangle 35"/>
          <p:cNvSpPr/>
          <p:nvPr>
            <p:custDataLst>
              <p:tags r:id="rId15"/>
            </p:custDataLst>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7" name="TextBox 36"/>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4" name="Rectangle 16"/>
          <p:cNvSpPr/>
          <p:nvPr/>
        </p:nvSpPr>
        <p:spPr>
          <a:xfrm>
            <a:off x="1810512" y="429768"/>
            <a:ext cx="228600" cy="2286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5" name="TextBox 17"/>
          <p:cNvSpPr txBox="1"/>
          <p:nvPr/>
        </p:nvSpPr>
        <p:spPr>
          <a:xfrm>
            <a:off x="2157984" y="310896"/>
            <a:ext cx="9601200" cy="658368"/>
          </a:xfrm>
          <a:prstGeom prst="rect">
            <a:avLst/>
          </a:prstGeom>
          <a:noFill/>
        </p:spPr>
        <p:txBody>
          <a:bodyPr wrap="square" lIns="0" tIns="0" rIns="0" bIns="0">
            <a:spAutoFit/>
          </a:bodyPr>
          <a:lstStyle/>
          <a:p>
            <a:pPr>
              <a:spcAft>
                <a:spcPts val="500"/>
              </a:spcAft>
              <a:defRPr sz="2800" b="1">
                <a:solidFill>
                  <a:srgbClr val="990B22"/>
                </a:solidFill>
                <a:latin typeface="Noto Serif CJK SC"/>
              </a:defRPr>
            </a:pPr>
            <a:r>
              <a:rPr sz="2600" b="1">
                <a:solidFill>
                  <a:srgbClr val="990B22"/>
                </a:solidFill>
                <a:latin typeface="Noto Serif CJK SC"/>
                <a:ea typeface="Noto Serif CJK SC"/>
                <a:cs typeface="Noto Serif CJK SC"/>
              </a:rPr>
              <a:t>理解的深化：民族关系存在于具体社会生活中</a:t>
            </a:r>
            <a:endParaRPr>
              <a:latin typeface="Noto Serif CJK SC"/>
              <a:ea typeface="Noto Serif CJK SC"/>
            </a:endParaRPr>
          </a:p>
        </p:txBody>
      </p:sp>
      <p:sp>
        <p:nvSpPr>
          <p:cNvPr id="6" name="Rectangle 18"/>
          <p:cNvSpPr/>
          <p:nvPr/>
        </p:nvSpPr>
        <p:spPr>
          <a:xfrm>
            <a:off x="2157984" y="960120"/>
            <a:ext cx="9555480" cy="10972"/>
          </a:xfrm>
          <a:prstGeom prst="rect">
            <a:avLst/>
          </a:prstGeom>
          <a:solidFill>
            <a:srgbClr val="D8B3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1" name="TextBox 19"/>
          <p:cNvSpPr txBox="1"/>
          <p:nvPr/>
        </p:nvSpPr>
        <p:spPr>
          <a:xfrm>
            <a:off x="11384280" y="6464808"/>
            <a:ext cx="411480" cy="228600"/>
          </a:xfrm>
          <a:prstGeom prst="rect">
            <a:avLst/>
          </a:prstGeom>
          <a:noFill/>
        </p:spPr>
        <p:txBody>
          <a:bodyPr wrap="square" lIns="0" tIns="0" rIns="0" bIns="0">
            <a:spAutoFit/>
          </a:bodyPr>
          <a:lstStyle/>
          <a:p>
            <a:pPr>
              <a:spcAft>
                <a:spcPts val="500"/>
              </a:spcAft>
              <a:defRPr sz="1100" b="0">
                <a:solidFill>
                  <a:srgbClr val="888888"/>
                </a:solidFill>
                <a:latin typeface="Noto Serif CJK SC"/>
              </a:defRPr>
            </a:pPr>
            <a:r>
              <a:rPr sz="1100" b="0">
                <a:solidFill>
                  <a:srgbClr val="888888"/>
                </a:solidFill>
                <a:latin typeface="Noto Serif CJK SC"/>
                <a:ea typeface="Noto Serif CJK SC"/>
                <a:cs typeface="Noto Serif CJK SC"/>
              </a:rPr>
              <a:t>29</a:t>
            </a:r>
            <a:endParaRPr>
              <a:latin typeface="Noto Serif CJK SC"/>
              <a:ea typeface="Noto Serif CJK SC"/>
            </a:endParaRPr>
          </a:p>
        </p:txBody>
      </p:sp>
      <p:sp>
        <p:nvSpPr>
          <p:cNvPr id="43" name="TextBox 21"/>
          <p:cNvSpPr txBox="1"/>
          <p:nvPr>
            <p:custDataLst>
              <p:tags r:id="rId16"/>
            </p:custDataLst>
          </p:nvPr>
        </p:nvSpPr>
        <p:spPr>
          <a:xfrm>
            <a:off x="1901952" y="2304288"/>
            <a:ext cx="1993392" cy="685800"/>
          </a:xfrm>
          <a:prstGeom prst="rect">
            <a:avLst/>
          </a:prstGeom>
          <a:noFill/>
        </p:spPr>
        <p:txBody>
          <a:bodyPr wrap="square" lIns="0" tIns="0" rIns="0" bIns="0">
            <a:noAutofit/>
          </a:bodyPr>
          <a:lstStyle/>
          <a:p>
            <a:pPr>
              <a:lnSpc>
                <a:spcPct val="118000"/>
              </a:lnSpc>
              <a:spcAft>
                <a:spcPts val="0"/>
              </a:spcAft>
              <a:defRPr sz="2000" b="1">
                <a:solidFill>
                  <a:srgbClr val="990B22"/>
                </a:solidFill>
                <a:latin typeface="Noto Serif CJK SC"/>
              </a:defRPr>
            </a:pPr>
            <a:r>
              <a:rPr sz="2100" b="1">
                <a:solidFill>
                  <a:srgbClr val="990B22"/>
                </a:solidFill>
                <a:latin typeface="Noto Serif CJK SC"/>
                <a:ea typeface="Noto Serif CJK SC"/>
                <a:cs typeface="Noto Serif CJK SC"/>
              </a:rPr>
              <a:t>从长征中理解</a:t>
            </a:r>
            <a:endParaRPr>
              <a:latin typeface="Noto Serif CJK SC"/>
              <a:ea typeface="Noto Serif CJK SC"/>
            </a:endParaRPr>
          </a:p>
        </p:txBody>
      </p:sp>
      <p:sp>
        <p:nvSpPr>
          <p:cNvPr id="44" name="TextBox 22"/>
          <p:cNvSpPr txBox="1"/>
          <p:nvPr>
            <p:custDataLst>
              <p:tags r:id="rId17"/>
            </p:custDataLst>
          </p:nvPr>
        </p:nvSpPr>
        <p:spPr>
          <a:xfrm>
            <a:off x="4169663" y="2304288"/>
            <a:ext cx="7296912" cy="841248"/>
          </a:xfrm>
          <a:prstGeom prst="rect">
            <a:avLst/>
          </a:prstGeom>
          <a:noFill/>
        </p:spPr>
        <p:txBody>
          <a:bodyPr wrap="square" lIns="0" tIns="0" rIns="0" bIns="0">
            <a:noAutofit/>
          </a:bodyPr>
          <a:lstStyle/>
          <a:p>
            <a:pPr>
              <a:lnSpc>
                <a:spcPct val="118000"/>
              </a:lnSpc>
              <a:spcAft>
                <a:spcPts val="0"/>
              </a:spcAft>
              <a:defRPr sz="1800" b="0">
                <a:solidFill>
                  <a:srgbClr val="444444"/>
                </a:solidFill>
                <a:latin typeface="Noto Serif CJK SC"/>
              </a:defRPr>
            </a:pPr>
            <a:r>
              <a:rPr sz="2000" b="0">
                <a:solidFill>
                  <a:srgbClr val="444444"/>
                </a:solidFill>
                <a:latin typeface="Noto Serif CJK SC"/>
                <a:ea typeface="Noto Serif CJK SC"/>
                <a:cs typeface="Noto Serif CJK SC"/>
              </a:rPr>
              <a:t>尊重风俗、维护群众利益与地方向导支援，使我看到平等交往的具体方式。</a:t>
            </a:r>
            <a:endParaRPr>
              <a:latin typeface="Noto Serif CJK SC"/>
              <a:ea typeface="Noto Serif CJK SC"/>
            </a:endParaRPr>
          </a:p>
        </p:txBody>
      </p:sp>
      <p:sp>
        <p:nvSpPr>
          <p:cNvPr id="45" name="Rectangle 23"/>
          <p:cNvSpPr/>
          <p:nvPr>
            <p:custDataLst>
              <p:tags r:id="rId18"/>
            </p:custDataLst>
          </p:nvPr>
        </p:nvSpPr>
        <p:spPr>
          <a:xfrm>
            <a:off x="1901952" y="3246120"/>
            <a:ext cx="9528048" cy="7315"/>
          </a:xfrm>
          <a:prstGeom prst="rect">
            <a:avLst/>
          </a:prstGeom>
          <a:solidFill>
            <a:srgbClr val="E6D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6" name="TextBox 24"/>
          <p:cNvSpPr txBox="1"/>
          <p:nvPr>
            <p:custDataLst>
              <p:tags r:id="rId19"/>
            </p:custDataLst>
          </p:nvPr>
        </p:nvSpPr>
        <p:spPr>
          <a:xfrm>
            <a:off x="1901952" y="3438144"/>
            <a:ext cx="1993392" cy="685800"/>
          </a:xfrm>
          <a:prstGeom prst="rect">
            <a:avLst/>
          </a:prstGeom>
          <a:noFill/>
        </p:spPr>
        <p:txBody>
          <a:bodyPr wrap="square" lIns="0" tIns="0" rIns="0" bIns="0">
            <a:noAutofit/>
          </a:bodyPr>
          <a:lstStyle/>
          <a:p>
            <a:pPr>
              <a:lnSpc>
                <a:spcPct val="118000"/>
              </a:lnSpc>
              <a:spcAft>
                <a:spcPts val="0"/>
              </a:spcAft>
              <a:defRPr sz="2000" b="1">
                <a:solidFill>
                  <a:srgbClr val="990B22"/>
                </a:solidFill>
                <a:latin typeface="Noto Serif CJK SC"/>
              </a:defRPr>
            </a:pPr>
            <a:r>
              <a:rPr sz="2100" b="1">
                <a:solidFill>
                  <a:srgbClr val="990B22"/>
                </a:solidFill>
                <a:latin typeface="Noto Serif CJK SC"/>
                <a:ea typeface="Noto Serif CJK SC"/>
                <a:cs typeface="Noto Serif CJK SC"/>
              </a:rPr>
              <a:t>从地方治理看</a:t>
            </a:r>
            <a:endParaRPr>
              <a:latin typeface="Noto Serif CJK SC"/>
              <a:ea typeface="Noto Serif CJK SC"/>
            </a:endParaRPr>
          </a:p>
        </p:txBody>
      </p:sp>
      <p:sp>
        <p:nvSpPr>
          <p:cNvPr id="47" name="TextBox 25"/>
          <p:cNvSpPr txBox="1"/>
          <p:nvPr>
            <p:custDataLst>
              <p:tags r:id="rId20"/>
            </p:custDataLst>
          </p:nvPr>
        </p:nvSpPr>
        <p:spPr>
          <a:xfrm>
            <a:off x="4169663" y="3438144"/>
            <a:ext cx="7296912" cy="841248"/>
          </a:xfrm>
          <a:prstGeom prst="rect">
            <a:avLst/>
          </a:prstGeom>
          <a:noFill/>
        </p:spPr>
        <p:txBody>
          <a:bodyPr wrap="square" lIns="0" tIns="0" rIns="0" bIns="0">
            <a:noAutofit/>
          </a:bodyPr>
          <a:lstStyle/>
          <a:p>
            <a:pPr>
              <a:lnSpc>
                <a:spcPct val="118000"/>
              </a:lnSpc>
              <a:spcAft>
                <a:spcPts val="0"/>
              </a:spcAft>
              <a:defRPr sz="1800" b="0">
                <a:solidFill>
                  <a:srgbClr val="444444"/>
                </a:solidFill>
                <a:latin typeface="Noto Serif CJK SC"/>
              </a:defRPr>
            </a:pPr>
            <a:r>
              <a:rPr sz="2000" b="0">
                <a:solidFill>
                  <a:srgbClr val="444444"/>
                </a:solidFill>
                <a:latin typeface="Noto Serif CJK SC"/>
                <a:ea typeface="Noto Serif CJK SC"/>
                <a:cs typeface="Noto Serif CJK SC"/>
              </a:rPr>
              <a:t>新疆案例提示我，土地处置与军政行为，会影响不同群体对政策的切身感受。</a:t>
            </a:r>
            <a:endParaRPr>
              <a:latin typeface="Noto Serif CJK SC"/>
              <a:ea typeface="Noto Serif CJK SC"/>
            </a:endParaRPr>
          </a:p>
        </p:txBody>
      </p:sp>
      <p:sp>
        <p:nvSpPr>
          <p:cNvPr id="48" name="Rectangle 26"/>
          <p:cNvSpPr/>
          <p:nvPr>
            <p:custDataLst>
              <p:tags r:id="rId21"/>
            </p:custDataLst>
          </p:nvPr>
        </p:nvSpPr>
        <p:spPr>
          <a:xfrm>
            <a:off x="1901952" y="4379976"/>
            <a:ext cx="9528048" cy="7315"/>
          </a:xfrm>
          <a:prstGeom prst="rect">
            <a:avLst/>
          </a:prstGeom>
          <a:solidFill>
            <a:srgbClr val="E6D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9" name="TextBox 27"/>
          <p:cNvSpPr txBox="1"/>
          <p:nvPr>
            <p:custDataLst>
              <p:tags r:id="rId22"/>
            </p:custDataLst>
          </p:nvPr>
        </p:nvSpPr>
        <p:spPr>
          <a:xfrm>
            <a:off x="1901952" y="4572000"/>
            <a:ext cx="1993392" cy="685800"/>
          </a:xfrm>
          <a:prstGeom prst="rect">
            <a:avLst/>
          </a:prstGeom>
          <a:noFill/>
        </p:spPr>
        <p:txBody>
          <a:bodyPr wrap="square" lIns="0" tIns="0" rIns="0" bIns="0">
            <a:noAutofit/>
          </a:bodyPr>
          <a:lstStyle/>
          <a:p>
            <a:pPr>
              <a:lnSpc>
                <a:spcPct val="118000"/>
              </a:lnSpc>
              <a:spcAft>
                <a:spcPts val="0"/>
              </a:spcAft>
              <a:defRPr sz="2000" b="1">
                <a:solidFill>
                  <a:srgbClr val="990B22"/>
                </a:solidFill>
                <a:latin typeface="Noto Serif CJK SC"/>
              </a:defRPr>
            </a:pPr>
            <a:r>
              <a:rPr sz="2100" b="1">
                <a:solidFill>
                  <a:srgbClr val="990B22"/>
                </a:solidFill>
                <a:latin typeface="Noto Serif CJK SC"/>
                <a:ea typeface="Noto Serif CJK SC"/>
                <a:cs typeface="Noto Serif CJK SC"/>
              </a:rPr>
              <a:t>从制度中理解</a:t>
            </a:r>
            <a:endParaRPr>
              <a:latin typeface="Noto Serif CJK SC"/>
              <a:ea typeface="Noto Serif CJK SC"/>
            </a:endParaRPr>
          </a:p>
        </p:txBody>
      </p:sp>
      <p:sp>
        <p:nvSpPr>
          <p:cNvPr id="50" name="TextBox 28"/>
          <p:cNvSpPr txBox="1"/>
          <p:nvPr>
            <p:custDataLst>
              <p:tags r:id="rId23"/>
            </p:custDataLst>
          </p:nvPr>
        </p:nvSpPr>
        <p:spPr>
          <a:xfrm>
            <a:off x="4169663" y="4572000"/>
            <a:ext cx="7296912" cy="841248"/>
          </a:xfrm>
          <a:prstGeom prst="rect">
            <a:avLst/>
          </a:prstGeom>
          <a:noFill/>
        </p:spPr>
        <p:txBody>
          <a:bodyPr wrap="square" lIns="0" tIns="0" rIns="0" bIns="0">
            <a:noAutofit/>
          </a:bodyPr>
          <a:lstStyle/>
          <a:p>
            <a:pPr>
              <a:lnSpc>
                <a:spcPct val="118000"/>
              </a:lnSpc>
              <a:spcAft>
                <a:spcPts val="0"/>
              </a:spcAft>
              <a:defRPr sz="1800" b="0">
                <a:solidFill>
                  <a:srgbClr val="444444"/>
                </a:solidFill>
                <a:latin typeface="Noto Serif CJK SC"/>
              </a:defRPr>
            </a:pPr>
            <a:r>
              <a:rPr sz="2000" b="0">
                <a:solidFill>
                  <a:srgbClr val="444444"/>
                </a:solidFill>
                <a:latin typeface="Noto Serif CJK SC"/>
                <a:ea typeface="Noto Serif CJK SC"/>
                <a:cs typeface="Noto Serif CJK SC"/>
              </a:rPr>
              <a:t>自治实践与制度建设，使我进一步关注民族平等如何落实为参与和权利安排。</a:t>
            </a:r>
            <a:endParaRPr>
              <a:latin typeface="Noto Serif CJK SC"/>
              <a:ea typeface="Noto Serif CJK SC"/>
            </a:endParaRPr>
          </a:p>
        </p:txBody>
      </p:sp>
      <p:sp>
        <p:nvSpPr>
          <p:cNvPr id="51" name="Rectangle 29"/>
          <p:cNvSpPr/>
          <p:nvPr>
            <p:custDataLst>
              <p:tags r:id="rId24"/>
            </p:custDataLst>
          </p:nvPr>
        </p:nvSpPr>
        <p:spPr>
          <a:xfrm>
            <a:off x="1901952" y="5513832"/>
            <a:ext cx="9528048" cy="7315"/>
          </a:xfrm>
          <a:prstGeom prst="rect">
            <a:avLst/>
          </a:prstGeom>
          <a:solidFill>
            <a:srgbClr val="E6D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8" name="Rectangle 17"/>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19" name="TextBox 18"/>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20" name="TextBox 19"/>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
        <p:nvSpPr>
          <p:cNvPr id="21" name="Rectangle 20"/>
          <p:cNvSpPr/>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2" name="TextBox 21"/>
          <p:cNvSpPr txBox="1"/>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23" name="Rectangle 22"/>
          <p:cNvSpPr/>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4" name="Rectangle 23"/>
          <p:cNvSpPr/>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5" name="TextBox 24"/>
          <p:cNvSpPr txBox="1"/>
          <p:nvPr/>
        </p:nvSpPr>
        <p:spPr>
          <a:xfrm>
            <a:off x="109728" y="352043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边疆形势</a:t>
            </a:r>
            <a:endParaRPr>
              <a:latin typeface="Noto Serif CJK SC"/>
              <a:ea typeface="Noto Serif CJK SC"/>
            </a:endParaRPr>
          </a:p>
        </p:txBody>
      </p:sp>
      <p:sp>
        <p:nvSpPr>
          <p:cNvPr id="26" name="Rectangle 25"/>
          <p:cNvSpPr/>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7" name="Rectangle 26"/>
          <p:cNvSpPr/>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TextBox 27"/>
          <p:cNvSpPr txBox="1"/>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endParaRPr>
              <a:latin typeface="Noto Serif CJK SC"/>
              <a:ea typeface="Noto Serif CJK SC"/>
            </a:endParaRPr>
          </a:p>
        </p:txBody>
      </p:sp>
      <p:sp>
        <p:nvSpPr>
          <p:cNvPr id="29" name="Rectangle 28"/>
          <p:cNvSpPr/>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0" name="Rectangle 29"/>
          <p:cNvSpPr/>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TextBox 30"/>
          <p:cNvSpPr txBox="1"/>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民族政策</a:t>
            </a:r>
            <a:endParaRPr>
              <a:latin typeface="Noto Serif CJK SC"/>
              <a:ea typeface="Noto Serif CJK SC"/>
            </a:endParaRPr>
          </a:p>
        </p:txBody>
      </p:sp>
      <p:sp>
        <p:nvSpPr>
          <p:cNvPr id="32" name="Rectangle 31"/>
          <p:cNvSpPr/>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3" name="Rectangle 32"/>
          <p:cNvSpPr/>
          <p:nvPr/>
        </p:nvSpPr>
        <p:spPr>
          <a:xfrm>
            <a:off x="0" y="516636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5" name="Rectangle 34"/>
          <p:cNvSpPr/>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6" name="TextBox 35"/>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4" name="Rectangle 16"/>
          <p:cNvSpPr/>
          <p:nvPr/>
        </p:nvSpPr>
        <p:spPr>
          <a:xfrm>
            <a:off x="1810512" y="429768"/>
            <a:ext cx="228600" cy="2286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5" name="TextBox 17"/>
          <p:cNvSpPr txBox="1"/>
          <p:nvPr/>
        </p:nvSpPr>
        <p:spPr>
          <a:xfrm>
            <a:off x="2157984" y="310896"/>
            <a:ext cx="9601200" cy="658368"/>
          </a:xfrm>
          <a:prstGeom prst="rect">
            <a:avLst/>
          </a:prstGeom>
          <a:noFill/>
        </p:spPr>
        <p:txBody>
          <a:bodyPr wrap="square" lIns="0" tIns="0" rIns="0" bIns="0">
            <a:spAutoFit/>
          </a:bodyPr>
          <a:lstStyle/>
          <a:p>
            <a:pPr>
              <a:spcAft>
                <a:spcPts val="500"/>
              </a:spcAft>
              <a:defRPr sz="2800" b="1">
                <a:solidFill>
                  <a:srgbClr val="990B22"/>
                </a:solidFill>
                <a:latin typeface="Noto Serif CJK SC"/>
              </a:defRPr>
            </a:pPr>
            <a:r>
              <a:rPr sz="2970" b="1">
                <a:solidFill>
                  <a:srgbClr val="990B22"/>
                </a:solidFill>
                <a:latin typeface="Noto Serif CJK SC"/>
                <a:ea typeface="Noto Serif CJK SC"/>
                <a:cs typeface="Noto Serif CJK SC"/>
              </a:rPr>
              <a:t>知识、方法与观察视角</a:t>
            </a:r>
            <a:endParaRPr>
              <a:latin typeface="Noto Serif CJK SC"/>
              <a:ea typeface="Noto Serif CJK SC"/>
            </a:endParaRPr>
          </a:p>
        </p:txBody>
      </p:sp>
      <p:sp>
        <p:nvSpPr>
          <p:cNvPr id="6" name="Rectangle 18"/>
          <p:cNvSpPr/>
          <p:nvPr/>
        </p:nvSpPr>
        <p:spPr>
          <a:xfrm>
            <a:off x="2157984" y="960120"/>
            <a:ext cx="9555480" cy="10972"/>
          </a:xfrm>
          <a:prstGeom prst="rect">
            <a:avLst/>
          </a:prstGeom>
          <a:solidFill>
            <a:srgbClr val="D8B3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0" name="TextBox 19"/>
          <p:cNvSpPr txBox="1"/>
          <p:nvPr/>
        </p:nvSpPr>
        <p:spPr>
          <a:xfrm>
            <a:off x="11384280" y="6464808"/>
            <a:ext cx="411480" cy="228600"/>
          </a:xfrm>
          <a:prstGeom prst="rect">
            <a:avLst/>
          </a:prstGeom>
          <a:noFill/>
        </p:spPr>
        <p:txBody>
          <a:bodyPr wrap="square" lIns="0" tIns="0" rIns="0" bIns="0">
            <a:spAutoFit/>
          </a:bodyPr>
          <a:lstStyle/>
          <a:p>
            <a:pPr>
              <a:spcAft>
                <a:spcPts val="500"/>
              </a:spcAft>
              <a:defRPr sz="1100" b="0">
                <a:solidFill>
                  <a:srgbClr val="888888"/>
                </a:solidFill>
                <a:latin typeface="Noto Serif CJK SC"/>
              </a:defRPr>
            </a:pPr>
            <a:r>
              <a:rPr sz="1100" b="0">
                <a:solidFill>
                  <a:srgbClr val="888888"/>
                </a:solidFill>
                <a:latin typeface="Noto Serif CJK SC"/>
                <a:ea typeface="Noto Serif CJK SC"/>
                <a:cs typeface="Noto Serif CJK SC"/>
              </a:rPr>
              <a:t>30</a:t>
            </a:r>
            <a:endParaRPr>
              <a:latin typeface="Noto Serif CJK SC"/>
              <a:ea typeface="Noto Serif CJK SC"/>
            </a:endParaRPr>
          </a:p>
        </p:txBody>
      </p:sp>
      <p:sp>
        <p:nvSpPr>
          <p:cNvPr id="42" name="TextBox 21"/>
          <p:cNvSpPr txBox="1"/>
          <p:nvPr/>
        </p:nvSpPr>
        <p:spPr>
          <a:xfrm>
            <a:off x="1901952" y="2304288"/>
            <a:ext cx="1993392" cy="685800"/>
          </a:xfrm>
          <a:prstGeom prst="rect">
            <a:avLst/>
          </a:prstGeom>
          <a:noFill/>
        </p:spPr>
        <p:txBody>
          <a:bodyPr wrap="square" lIns="0" tIns="0" rIns="0" bIns="0">
            <a:noAutofit/>
          </a:bodyPr>
          <a:lstStyle/>
          <a:p>
            <a:pPr>
              <a:lnSpc>
                <a:spcPct val="118000"/>
              </a:lnSpc>
              <a:spcAft>
                <a:spcPts val="0"/>
              </a:spcAft>
              <a:defRPr sz="2000" b="1">
                <a:solidFill>
                  <a:srgbClr val="990B22"/>
                </a:solidFill>
                <a:latin typeface="Noto Serif CJK SC"/>
              </a:defRPr>
            </a:pPr>
            <a:r>
              <a:rPr sz="2100" b="1">
                <a:solidFill>
                  <a:srgbClr val="990B22"/>
                </a:solidFill>
                <a:latin typeface="Noto Serif CJK SC"/>
                <a:ea typeface="Noto Serif CJK SC"/>
                <a:cs typeface="Noto Serif CJK SC"/>
              </a:rPr>
              <a:t>知识上的收获</a:t>
            </a:r>
            <a:endParaRPr>
              <a:latin typeface="Noto Serif CJK SC"/>
              <a:ea typeface="Noto Serif CJK SC"/>
            </a:endParaRPr>
          </a:p>
        </p:txBody>
      </p:sp>
      <p:sp>
        <p:nvSpPr>
          <p:cNvPr id="43" name="TextBox 22"/>
          <p:cNvSpPr txBox="1"/>
          <p:nvPr/>
        </p:nvSpPr>
        <p:spPr>
          <a:xfrm>
            <a:off x="4169663" y="2304288"/>
            <a:ext cx="7296912" cy="841248"/>
          </a:xfrm>
          <a:prstGeom prst="rect">
            <a:avLst/>
          </a:prstGeom>
          <a:noFill/>
        </p:spPr>
        <p:txBody>
          <a:bodyPr wrap="square" lIns="0" tIns="0" rIns="0" bIns="0">
            <a:noAutofit/>
          </a:bodyPr>
          <a:lstStyle/>
          <a:p>
            <a:pPr>
              <a:lnSpc>
                <a:spcPct val="118000"/>
              </a:lnSpc>
              <a:spcAft>
                <a:spcPts val="0"/>
              </a:spcAft>
              <a:defRPr sz="1800" b="0">
                <a:solidFill>
                  <a:srgbClr val="444444"/>
                </a:solidFill>
                <a:latin typeface="Noto Serif CJK SC"/>
              </a:defRPr>
            </a:pPr>
            <a:r>
              <a:rPr sz="2000" b="0">
                <a:solidFill>
                  <a:srgbClr val="444444"/>
                </a:solidFill>
                <a:latin typeface="Noto Serif CJK SC"/>
                <a:ea typeface="Noto Serif CJK SC"/>
                <a:cs typeface="Noto Serif CJK SC"/>
              </a:rPr>
              <a:t>梳理不同地区的边疆形势、边政机构与民族政策，建立相互联系的历史认识。</a:t>
            </a:r>
            <a:endParaRPr>
              <a:latin typeface="Noto Serif CJK SC"/>
              <a:ea typeface="Noto Serif CJK SC"/>
            </a:endParaRPr>
          </a:p>
        </p:txBody>
      </p:sp>
      <p:sp>
        <p:nvSpPr>
          <p:cNvPr id="44" name="Rectangle 23"/>
          <p:cNvSpPr/>
          <p:nvPr/>
        </p:nvSpPr>
        <p:spPr>
          <a:xfrm>
            <a:off x="1901952" y="3246120"/>
            <a:ext cx="9528048" cy="7315"/>
          </a:xfrm>
          <a:prstGeom prst="rect">
            <a:avLst/>
          </a:prstGeom>
          <a:solidFill>
            <a:srgbClr val="E6D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5" name="TextBox 24"/>
          <p:cNvSpPr txBox="1"/>
          <p:nvPr/>
        </p:nvSpPr>
        <p:spPr>
          <a:xfrm>
            <a:off x="1901952" y="3438144"/>
            <a:ext cx="1993392" cy="685800"/>
          </a:xfrm>
          <a:prstGeom prst="rect">
            <a:avLst/>
          </a:prstGeom>
          <a:noFill/>
        </p:spPr>
        <p:txBody>
          <a:bodyPr wrap="square" lIns="0" tIns="0" rIns="0" bIns="0">
            <a:noAutofit/>
          </a:bodyPr>
          <a:lstStyle/>
          <a:p>
            <a:pPr>
              <a:lnSpc>
                <a:spcPct val="118000"/>
              </a:lnSpc>
              <a:spcAft>
                <a:spcPts val="0"/>
              </a:spcAft>
              <a:defRPr sz="2000" b="1">
                <a:solidFill>
                  <a:srgbClr val="990B22"/>
                </a:solidFill>
                <a:latin typeface="Noto Serif CJK SC"/>
              </a:defRPr>
            </a:pPr>
            <a:r>
              <a:rPr sz="2100" b="1">
                <a:solidFill>
                  <a:srgbClr val="990B22"/>
                </a:solidFill>
                <a:latin typeface="Noto Serif CJK SC"/>
                <a:ea typeface="Noto Serif CJK SC"/>
                <a:cs typeface="Noto Serif CJK SC"/>
              </a:rPr>
              <a:t>方法上的收获</a:t>
            </a:r>
            <a:endParaRPr>
              <a:latin typeface="Noto Serif CJK SC"/>
              <a:ea typeface="Noto Serif CJK SC"/>
            </a:endParaRPr>
          </a:p>
        </p:txBody>
      </p:sp>
      <p:sp>
        <p:nvSpPr>
          <p:cNvPr id="46" name="TextBox 25"/>
          <p:cNvSpPr txBox="1"/>
          <p:nvPr/>
        </p:nvSpPr>
        <p:spPr>
          <a:xfrm>
            <a:off x="4169663" y="3438144"/>
            <a:ext cx="7296912" cy="841248"/>
          </a:xfrm>
          <a:prstGeom prst="rect">
            <a:avLst/>
          </a:prstGeom>
          <a:noFill/>
        </p:spPr>
        <p:txBody>
          <a:bodyPr wrap="square" lIns="0" tIns="0" rIns="0" bIns="0">
            <a:noAutofit/>
          </a:bodyPr>
          <a:lstStyle/>
          <a:p>
            <a:pPr>
              <a:lnSpc>
                <a:spcPct val="118000"/>
              </a:lnSpc>
              <a:spcAft>
                <a:spcPts val="0"/>
              </a:spcAft>
              <a:defRPr sz="1800" b="0">
                <a:solidFill>
                  <a:srgbClr val="444444"/>
                </a:solidFill>
                <a:latin typeface="Noto Serif CJK SC"/>
              </a:defRPr>
            </a:pPr>
            <a:r>
              <a:rPr sz="2000" b="0">
                <a:solidFill>
                  <a:srgbClr val="444444"/>
                </a:solidFill>
                <a:latin typeface="Noto Serif CJK SC"/>
                <a:ea typeface="Noto Serif CJK SC"/>
                <a:cs typeface="Noto Serif CJK SC"/>
              </a:rPr>
              <a:t>将事件放回时代背景，联系政策与实施过程，并区分书中叙述和个人理解。</a:t>
            </a:r>
            <a:endParaRPr>
              <a:latin typeface="Noto Serif CJK SC"/>
              <a:ea typeface="Noto Serif CJK SC"/>
            </a:endParaRPr>
          </a:p>
        </p:txBody>
      </p:sp>
      <p:sp>
        <p:nvSpPr>
          <p:cNvPr id="47" name="Rectangle 26"/>
          <p:cNvSpPr/>
          <p:nvPr/>
        </p:nvSpPr>
        <p:spPr>
          <a:xfrm>
            <a:off x="1901952" y="4379976"/>
            <a:ext cx="9528048" cy="7315"/>
          </a:xfrm>
          <a:prstGeom prst="rect">
            <a:avLst/>
          </a:prstGeom>
          <a:solidFill>
            <a:srgbClr val="E6D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8" name="TextBox 27"/>
          <p:cNvSpPr txBox="1"/>
          <p:nvPr/>
        </p:nvSpPr>
        <p:spPr>
          <a:xfrm>
            <a:off x="1901952" y="4572000"/>
            <a:ext cx="1993392" cy="685800"/>
          </a:xfrm>
          <a:prstGeom prst="rect">
            <a:avLst/>
          </a:prstGeom>
          <a:noFill/>
        </p:spPr>
        <p:txBody>
          <a:bodyPr wrap="square" lIns="0" tIns="0" rIns="0" bIns="0">
            <a:noAutofit/>
          </a:bodyPr>
          <a:lstStyle/>
          <a:p>
            <a:pPr>
              <a:lnSpc>
                <a:spcPct val="118000"/>
              </a:lnSpc>
              <a:spcAft>
                <a:spcPts val="0"/>
              </a:spcAft>
              <a:defRPr sz="2000" b="1">
                <a:solidFill>
                  <a:srgbClr val="990B22"/>
                </a:solidFill>
                <a:latin typeface="Noto Serif CJK SC"/>
              </a:defRPr>
            </a:pPr>
            <a:r>
              <a:rPr sz="2100" b="1">
                <a:solidFill>
                  <a:srgbClr val="990B22"/>
                </a:solidFill>
                <a:latin typeface="Noto Serif CJK SC"/>
                <a:ea typeface="Noto Serif CJK SC"/>
                <a:cs typeface="Noto Serif CJK SC"/>
              </a:rPr>
              <a:t>视角上的收获</a:t>
            </a:r>
            <a:endParaRPr>
              <a:latin typeface="Noto Serif CJK SC"/>
              <a:ea typeface="Noto Serif CJK SC"/>
            </a:endParaRPr>
          </a:p>
        </p:txBody>
      </p:sp>
      <p:sp>
        <p:nvSpPr>
          <p:cNvPr id="49" name="TextBox 28"/>
          <p:cNvSpPr txBox="1"/>
          <p:nvPr/>
        </p:nvSpPr>
        <p:spPr>
          <a:xfrm>
            <a:off x="4169663" y="4572000"/>
            <a:ext cx="7296912" cy="841248"/>
          </a:xfrm>
          <a:prstGeom prst="rect">
            <a:avLst/>
          </a:prstGeom>
          <a:noFill/>
        </p:spPr>
        <p:txBody>
          <a:bodyPr wrap="square" lIns="0" tIns="0" rIns="0" bIns="0">
            <a:noAutofit/>
          </a:bodyPr>
          <a:lstStyle/>
          <a:p>
            <a:pPr>
              <a:lnSpc>
                <a:spcPct val="118000"/>
              </a:lnSpc>
              <a:spcAft>
                <a:spcPts val="0"/>
              </a:spcAft>
              <a:defRPr sz="1800" b="0">
                <a:solidFill>
                  <a:srgbClr val="444444"/>
                </a:solidFill>
                <a:latin typeface="Noto Serif CJK SC"/>
              </a:defRPr>
            </a:pPr>
            <a:r>
              <a:rPr sz="2000" b="0">
                <a:solidFill>
                  <a:srgbClr val="444444"/>
                </a:solidFill>
                <a:latin typeface="Noto Serif CJK SC"/>
                <a:ea typeface="Noto Serif CJK SC"/>
                <a:cs typeface="Noto Serif CJK SC"/>
              </a:rPr>
              <a:t>同时关注国家制度、地方社会与各族民众，看到同一历史过程中的不同经历。</a:t>
            </a:r>
            <a:endParaRPr>
              <a:latin typeface="Noto Serif CJK SC"/>
              <a:ea typeface="Noto Serif CJK SC"/>
            </a:endParaRPr>
          </a:p>
        </p:txBody>
      </p:sp>
      <p:sp>
        <p:nvSpPr>
          <p:cNvPr id="50" name="Rectangle 29"/>
          <p:cNvSpPr/>
          <p:nvPr/>
        </p:nvSpPr>
        <p:spPr>
          <a:xfrm>
            <a:off x="1901952" y="5513832"/>
            <a:ext cx="9528048" cy="7315"/>
          </a:xfrm>
          <a:prstGeom prst="rect">
            <a:avLst/>
          </a:prstGeom>
          <a:solidFill>
            <a:srgbClr val="E6D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53" name="TextBox 34"/>
          <p:cNvSpPr txBox="1"/>
          <p:nvPr/>
        </p:nvSpPr>
        <p:spPr>
          <a:xfrm>
            <a:off x="109728" y="5303520"/>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sz="1500" b="1">
                <a:solidFill>
                  <a:srgbClr val="990B22"/>
                </a:solidFill>
                <a:latin typeface="Noto Serif CJK SC"/>
                <a:ea typeface="Noto Serif CJK SC"/>
                <a:cs typeface="Noto Serif CJK SC"/>
              </a:rPr>
              <a:t>学习</a:t>
            </a:r>
            <a:r>
              <a:rPr lang="zh-CN" sz="1500" b="1">
                <a:solidFill>
                  <a:srgbClr val="990B22"/>
                </a:solidFill>
                <a:latin typeface="Noto Serif CJK SC"/>
                <a:ea typeface="Noto Serif CJK SC"/>
                <a:cs typeface="Noto Serif CJK SC"/>
              </a:rPr>
              <a:t>总结</a:t>
            </a:r>
            <a:endParaRPr lang="zh-CN">
              <a:latin typeface="Noto Serif CJK SC"/>
              <a:ea typeface="Noto Serif CJK SC"/>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9" name="Rectangle 18"/>
          <p:cNvSpPr/>
          <p:nvPr/>
        </p:nvSpPr>
        <p:spPr>
          <a:xfrm>
            <a:off x="0" y="0"/>
            <a:ext cx="1481328"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0" name="TextBox 19"/>
          <p:cNvSpPr txBox="1"/>
          <p:nvPr/>
        </p:nvSpPr>
        <p:spPr>
          <a:xfrm>
            <a:off x="109728" y="347472"/>
            <a:ext cx="1261872" cy="777240"/>
          </a:xfrm>
          <a:prstGeom prst="rect">
            <a:avLst/>
          </a:prstGeom>
          <a:noFill/>
        </p:spPr>
        <p:txBody>
          <a:bodyPr wrap="square" lIns="18288" tIns="0" rIns="18288" bIns="0">
            <a:spAutoFit/>
          </a:bodyPr>
          <a:lstStyle/>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西南</a:t>
            </a:r>
            <a:endParaRPr>
              <a:latin typeface="Noto Serif CJK SC"/>
              <a:ea typeface="Noto Serif CJK SC"/>
            </a:endParaRPr>
          </a:p>
          <a:p>
            <a:pPr algn="ctr">
              <a:defRPr sz="1800" b="1">
                <a:solidFill>
                  <a:srgbClr val="FFFFFF"/>
                </a:solidFill>
                <a:latin typeface="Noto Serif CJK SC"/>
              </a:defRPr>
            </a:pPr>
            <a:r>
              <a:rPr sz="1800" b="1">
                <a:solidFill>
                  <a:srgbClr val="FFFFFF"/>
                </a:solidFill>
                <a:latin typeface="Noto Serif CJK SC"/>
                <a:ea typeface="Noto Serif CJK SC"/>
                <a:cs typeface="Noto Serif CJK SC"/>
              </a:rPr>
              <a:t>民族大学</a:t>
            </a:r>
            <a:endParaRPr>
              <a:latin typeface="Noto Serif CJK SC"/>
              <a:ea typeface="Noto Serif CJK SC"/>
            </a:endParaRPr>
          </a:p>
        </p:txBody>
      </p:sp>
      <p:sp>
        <p:nvSpPr>
          <p:cNvPr id="21" name="TextBox 20"/>
          <p:cNvSpPr txBox="1"/>
          <p:nvPr/>
        </p:nvSpPr>
        <p:spPr>
          <a:xfrm>
            <a:off x="109728" y="1325880"/>
            <a:ext cx="1261872" cy="274320"/>
          </a:xfrm>
          <a:prstGeom prst="rect">
            <a:avLst/>
          </a:prstGeom>
          <a:noFill/>
        </p:spPr>
        <p:txBody>
          <a:bodyPr wrap="square" lIns="18288" tIns="0" rIns="18288" bIns="0">
            <a:spAutoFit/>
          </a:bodyPr>
          <a:lstStyle/>
          <a:p>
            <a:pPr algn="ctr">
              <a:defRPr sz="1100" b="0">
                <a:solidFill>
                  <a:srgbClr val="E9C8CE"/>
                </a:solidFill>
                <a:latin typeface="Noto Serif CJK SC"/>
              </a:defRPr>
            </a:pPr>
            <a:r>
              <a:rPr sz="1100" b="0">
                <a:solidFill>
                  <a:srgbClr val="E9C8CE"/>
                </a:solidFill>
                <a:latin typeface="Noto Serif CJK SC"/>
                <a:ea typeface="Noto Serif CJK SC"/>
                <a:cs typeface="Noto Serif CJK SC"/>
              </a:rPr>
              <a:t>学术汇报</a:t>
            </a:r>
            <a:endParaRPr>
              <a:latin typeface="Noto Serif CJK SC"/>
              <a:ea typeface="Noto Serif CJK SC"/>
            </a:endParaRPr>
          </a:p>
        </p:txBody>
      </p:sp>
      <p:sp>
        <p:nvSpPr>
          <p:cNvPr id="22" name="Rectangle 21"/>
          <p:cNvSpPr/>
          <p:nvPr>
            <p:custDataLst>
              <p:tags r:id="rId1"/>
            </p:custDataLst>
          </p:nvPr>
        </p:nvSpPr>
        <p:spPr>
          <a:xfrm>
            <a:off x="0" y="278892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3" name="TextBox 22"/>
          <p:cNvSpPr txBox="1"/>
          <p:nvPr>
            <p:custDataLst>
              <p:tags r:id="rId2"/>
            </p:custDataLst>
          </p:nvPr>
        </p:nvSpPr>
        <p:spPr>
          <a:xfrm>
            <a:off x="109728" y="292607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研读导论</a:t>
            </a:r>
            <a:endParaRPr>
              <a:latin typeface="Noto Serif CJK SC"/>
              <a:ea typeface="Noto Serif CJK SC"/>
            </a:endParaRPr>
          </a:p>
        </p:txBody>
      </p:sp>
      <p:sp>
        <p:nvSpPr>
          <p:cNvPr id="24" name="Rectangle 23"/>
          <p:cNvSpPr/>
          <p:nvPr>
            <p:custDataLst>
              <p:tags r:id="rId3"/>
            </p:custDataLst>
          </p:nvPr>
        </p:nvSpPr>
        <p:spPr>
          <a:xfrm>
            <a:off x="0" y="335584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5" name="Rectangle 24"/>
          <p:cNvSpPr/>
          <p:nvPr>
            <p:custDataLst>
              <p:tags r:id="rId4"/>
            </p:custDataLst>
          </p:nvPr>
        </p:nvSpPr>
        <p:spPr>
          <a:xfrm>
            <a:off x="0" y="338327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6" name="TextBox 25"/>
          <p:cNvSpPr txBox="1"/>
          <p:nvPr>
            <p:custDataLst>
              <p:tags r:id="rId5"/>
            </p:custDataLst>
          </p:nvPr>
        </p:nvSpPr>
        <p:spPr>
          <a:xfrm>
            <a:off x="109728" y="3520439"/>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边疆形势</a:t>
            </a:r>
            <a:endParaRPr>
              <a:latin typeface="Noto Serif CJK SC"/>
              <a:ea typeface="Noto Serif CJK SC"/>
            </a:endParaRPr>
          </a:p>
        </p:txBody>
      </p:sp>
      <p:sp>
        <p:nvSpPr>
          <p:cNvPr id="27" name="Rectangle 26"/>
          <p:cNvSpPr/>
          <p:nvPr>
            <p:custDataLst>
              <p:tags r:id="rId6"/>
            </p:custDataLst>
          </p:nvPr>
        </p:nvSpPr>
        <p:spPr>
          <a:xfrm>
            <a:off x="0" y="3950207"/>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8" name="Rectangle 27"/>
          <p:cNvSpPr/>
          <p:nvPr>
            <p:custDataLst>
              <p:tags r:id="rId7"/>
            </p:custDataLst>
          </p:nvPr>
        </p:nvSpPr>
        <p:spPr>
          <a:xfrm>
            <a:off x="0" y="3977639"/>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29" name="TextBox 28"/>
          <p:cNvSpPr txBox="1"/>
          <p:nvPr>
            <p:custDataLst>
              <p:tags r:id="rId8"/>
            </p:custDataLst>
          </p:nvPr>
        </p:nvSpPr>
        <p:spPr>
          <a:xfrm>
            <a:off x="109728" y="411480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边政研究</a:t>
            </a:r>
            <a:endParaRPr>
              <a:latin typeface="Noto Serif CJK SC"/>
              <a:ea typeface="Noto Serif CJK SC"/>
            </a:endParaRPr>
          </a:p>
        </p:txBody>
      </p:sp>
      <p:sp>
        <p:nvSpPr>
          <p:cNvPr id="30" name="Rectangle 29"/>
          <p:cNvSpPr/>
          <p:nvPr>
            <p:custDataLst>
              <p:tags r:id="rId9"/>
            </p:custDataLst>
          </p:nvPr>
        </p:nvSpPr>
        <p:spPr>
          <a:xfrm>
            <a:off x="0" y="454456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1" name="Rectangle 30"/>
          <p:cNvSpPr/>
          <p:nvPr>
            <p:custDataLst>
              <p:tags r:id="rId10"/>
            </p:custDataLst>
          </p:nvPr>
        </p:nvSpPr>
        <p:spPr>
          <a:xfrm>
            <a:off x="0" y="4572000"/>
            <a:ext cx="1481328" cy="56692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2" name="TextBox 31"/>
          <p:cNvSpPr txBox="1"/>
          <p:nvPr>
            <p:custDataLst>
              <p:tags r:id="rId11"/>
            </p:custDataLst>
          </p:nvPr>
        </p:nvSpPr>
        <p:spPr>
          <a:xfrm>
            <a:off x="109728" y="4709160"/>
            <a:ext cx="1261872" cy="292608"/>
          </a:xfrm>
          <a:prstGeom prst="rect">
            <a:avLst/>
          </a:prstGeom>
          <a:noFill/>
        </p:spPr>
        <p:txBody>
          <a:bodyPr wrap="square" lIns="18288" tIns="0" rIns="18288" bIns="0">
            <a:spAutoFit/>
          </a:bodyPr>
          <a:lstStyle/>
          <a:p>
            <a:pPr algn="ctr">
              <a:defRPr sz="1500" b="0">
                <a:solidFill>
                  <a:srgbClr val="FFFFFF"/>
                </a:solidFill>
                <a:latin typeface="Noto Serif CJK SC"/>
              </a:defRPr>
            </a:pPr>
            <a:r>
              <a:rPr sz="1500" b="0">
                <a:solidFill>
                  <a:srgbClr val="FFFFFF"/>
                </a:solidFill>
                <a:latin typeface="Noto Serif CJK SC"/>
                <a:ea typeface="Noto Serif CJK SC"/>
                <a:cs typeface="Noto Serif CJK SC"/>
              </a:rPr>
              <a:t>民族政策</a:t>
            </a:r>
            <a:endParaRPr>
              <a:latin typeface="Noto Serif CJK SC"/>
              <a:ea typeface="Noto Serif CJK SC"/>
            </a:endParaRPr>
          </a:p>
        </p:txBody>
      </p:sp>
      <p:sp>
        <p:nvSpPr>
          <p:cNvPr id="33" name="Rectangle 32"/>
          <p:cNvSpPr/>
          <p:nvPr>
            <p:custDataLst>
              <p:tags r:id="rId12"/>
            </p:custDataLst>
          </p:nvPr>
        </p:nvSpPr>
        <p:spPr>
          <a:xfrm>
            <a:off x="0" y="513892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4" name="Rectangle 33"/>
          <p:cNvSpPr/>
          <p:nvPr>
            <p:custDataLst>
              <p:tags r:id="rId13"/>
            </p:custDataLst>
          </p:nvPr>
        </p:nvSpPr>
        <p:spPr>
          <a:xfrm>
            <a:off x="0" y="5166360"/>
            <a:ext cx="148132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6" name="Rectangle 35"/>
          <p:cNvSpPr/>
          <p:nvPr>
            <p:custDataLst>
              <p:tags r:id="rId14"/>
            </p:custDataLst>
          </p:nvPr>
        </p:nvSpPr>
        <p:spPr>
          <a:xfrm>
            <a:off x="0" y="5733288"/>
            <a:ext cx="1481328"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37" name="TextBox 36"/>
          <p:cNvSpPr txBox="1"/>
          <p:nvPr/>
        </p:nvSpPr>
        <p:spPr>
          <a:xfrm>
            <a:off x="91440" y="6437376"/>
            <a:ext cx="1298448" cy="219456"/>
          </a:xfrm>
          <a:prstGeom prst="rect">
            <a:avLst/>
          </a:prstGeom>
          <a:noFill/>
        </p:spPr>
        <p:txBody>
          <a:bodyPr wrap="square" lIns="18288" tIns="0" rIns="18288" bIns="0">
            <a:spAutoFit/>
          </a:bodyPr>
          <a:lstStyle/>
          <a:p>
            <a:pPr algn="ctr">
              <a:defRPr sz="900" b="0">
                <a:solidFill>
                  <a:srgbClr val="E9C8CE"/>
                </a:solidFill>
                <a:latin typeface="Noto Serif CJK SC"/>
              </a:defRPr>
            </a:pPr>
            <a:r>
              <a:rPr sz="900" b="0">
                <a:solidFill>
                  <a:srgbClr val="E9C8CE"/>
                </a:solidFill>
                <a:latin typeface="Noto Serif CJK SC"/>
                <a:ea typeface="Noto Serif CJK SC"/>
                <a:cs typeface="Noto Serif CJK SC"/>
              </a:rPr>
              <a:t>中国民族关系史</a:t>
            </a:r>
            <a:endParaRPr>
              <a:latin typeface="Noto Serif CJK SC"/>
              <a:ea typeface="Noto Serif CJK SC"/>
            </a:endParaRPr>
          </a:p>
        </p:txBody>
      </p:sp>
      <p:sp>
        <p:nvSpPr>
          <p:cNvPr id="2" name="Rectangle 16"/>
          <p:cNvSpPr/>
          <p:nvPr/>
        </p:nvSpPr>
        <p:spPr>
          <a:xfrm>
            <a:off x="1810512" y="429768"/>
            <a:ext cx="228600" cy="2286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 name="TextBox 17"/>
          <p:cNvSpPr txBox="1"/>
          <p:nvPr/>
        </p:nvSpPr>
        <p:spPr>
          <a:xfrm>
            <a:off x="2157984" y="310896"/>
            <a:ext cx="9601200" cy="658368"/>
          </a:xfrm>
          <a:prstGeom prst="rect">
            <a:avLst/>
          </a:prstGeom>
          <a:noFill/>
        </p:spPr>
        <p:txBody>
          <a:bodyPr wrap="square" lIns="0" tIns="0" rIns="0" bIns="0">
            <a:spAutoFit/>
          </a:bodyPr>
          <a:lstStyle/>
          <a:p>
            <a:pPr>
              <a:spcAft>
                <a:spcPts val="500"/>
              </a:spcAft>
              <a:defRPr sz="2800" b="1">
                <a:solidFill>
                  <a:srgbClr val="990B22"/>
                </a:solidFill>
                <a:latin typeface="Noto Serif CJK SC"/>
              </a:defRPr>
            </a:pPr>
            <a:r>
              <a:rPr sz="2970" b="1">
                <a:solidFill>
                  <a:srgbClr val="990B22"/>
                </a:solidFill>
                <a:latin typeface="Noto Serif CJK SC"/>
                <a:ea typeface="Noto Serif CJK SC"/>
                <a:cs typeface="Noto Serif CJK SC"/>
              </a:rPr>
              <a:t>学习体会</a:t>
            </a:r>
            <a:endParaRPr>
              <a:latin typeface="Noto Serif CJK SC"/>
              <a:ea typeface="Noto Serif CJK SC"/>
            </a:endParaRPr>
          </a:p>
        </p:txBody>
      </p:sp>
      <p:sp>
        <p:nvSpPr>
          <p:cNvPr id="5" name="Rectangle 18"/>
          <p:cNvSpPr/>
          <p:nvPr/>
        </p:nvSpPr>
        <p:spPr>
          <a:xfrm>
            <a:off x="2157984" y="960120"/>
            <a:ext cx="9555480" cy="10972"/>
          </a:xfrm>
          <a:prstGeom prst="rect">
            <a:avLst/>
          </a:prstGeom>
          <a:solidFill>
            <a:srgbClr val="D8B3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6" name="TextBox 19"/>
          <p:cNvSpPr txBox="1"/>
          <p:nvPr/>
        </p:nvSpPr>
        <p:spPr>
          <a:xfrm>
            <a:off x="11384280" y="6464808"/>
            <a:ext cx="411480" cy="168910"/>
          </a:xfrm>
          <a:prstGeom prst="rect">
            <a:avLst/>
          </a:prstGeom>
          <a:noFill/>
        </p:spPr>
        <p:txBody>
          <a:bodyPr wrap="square" lIns="0" tIns="0" rIns="0" bIns="0">
            <a:spAutoFit/>
          </a:bodyPr>
          <a:lstStyle/>
          <a:p>
            <a:pPr>
              <a:spcAft>
                <a:spcPts val="500"/>
              </a:spcAft>
              <a:defRPr sz="1100" b="0">
                <a:solidFill>
                  <a:srgbClr val="888888"/>
                </a:solidFill>
                <a:latin typeface="Noto Serif CJK SC"/>
              </a:defRPr>
            </a:pPr>
            <a:r>
              <a:rPr sz="1100" b="0">
                <a:solidFill>
                  <a:srgbClr val="888888"/>
                </a:solidFill>
                <a:latin typeface="Noto Serif CJK SC"/>
                <a:ea typeface="Noto Serif CJK SC"/>
                <a:cs typeface="Noto Serif CJK SC"/>
              </a:rPr>
              <a:t>31</a:t>
            </a:r>
            <a:endParaRPr>
              <a:latin typeface="Noto Serif CJK SC"/>
              <a:ea typeface="Noto Serif CJK SC"/>
            </a:endParaRPr>
          </a:p>
        </p:txBody>
      </p:sp>
      <p:sp>
        <p:nvSpPr>
          <p:cNvPr id="42" name="TextBox 21"/>
          <p:cNvSpPr txBox="1"/>
          <p:nvPr>
            <p:custDataLst>
              <p:tags r:id="rId15"/>
            </p:custDataLst>
          </p:nvPr>
        </p:nvSpPr>
        <p:spPr>
          <a:xfrm>
            <a:off x="1901952" y="2304288"/>
            <a:ext cx="1993392" cy="685800"/>
          </a:xfrm>
          <a:prstGeom prst="rect">
            <a:avLst/>
          </a:prstGeom>
          <a:noFill/>
        </p:spPr>
        <p:txBody>
          <a:bodyPr wrap="square" lIns="0" tIns="0" rIns="0" bIns="0">
            <a:noAutofit/>
          </a:bodyPr>
          <a:lstStyle/>
          <a:p>
            <a:pPr>
              <a:lnSpc>
                <a:spcPct val="118000"/>
              </a:lnSpc>
              <a:spcAft>
                <a:spcPts val="0"/>
              </a:spcAft>
              <a:defRPr sz="2000" b="1">
                <a:solidFill>
                  <a:srgbClr val="990B22"/>
                </a:solidFill>
                <a:latin typeface="Noto Serif CJK SC"/>
              </a:defRPr>
            </a:pPr>
            <a:r>
              <a:rPr sz="2100" b="1">
                <a:solidFill>
                  <a:srgbClr val="990B22"/>
                </a:solidFill>
                <a:latin typeface="Noto Serif CJK SC"/>
                <a:ea typeface="Noto Serif CJK SC"/>
                <a:cs typeface="Noto Serif CJK SC"/>
              </a:rPr>
              <a:t>带走一条主线</a:t>
            </a:r>
            <a:endParaRPr>
              <a:latin typeface="Noto Serif CJK SC"/>
              <a:ea typeface="Noto Serif CJK SC"/>
            </a:endParaRPr>
          </a:p>
        </p:txBody>
      </p:sp>
      <p:sp>
        <p:nvSpPr>
          <p:cNvPr id="43" name="TextBox 22"/>
          <p:cNvSpPr txBox="1"/>
          <p:nvPr>
            <p:custDataLst>
              <p:tags r:id="rId16"/>
            </p:custDataLst>
          </p:nvPr>
        </p:nvSpPr>
        <p:spPr>
          <a:xfrm>
            <a:off x="4169663" y="2304288"/>
            <a:ext cx="7296912" cy="841248"/>
          </a:xfrm>
          <a:prstGeom prst="rect">
            <a:avLst/>
          </a:prstGeom>
          <a:noFill/>
        </p:spPr>
        <p:txBody>
          <a:bodyPr wrap="square" lIns="0" tIns="0" rIns="0" bIns="0">
            <a:noAutofit/>
          </a:bodyPr>
          <a:lstStyle/>
          <a:p>
            <a:pPr>
              <a:lnSpc>
                <a:spcPct val="118000"/>
              </a:lnSpc>
              <a:spcAft>
                <a:spcPts val="0"/>
              </a:spcAft>
              <a:defRPr sz="1800" b="0">
                <a:solidFill>
                  <a:srgbClr val="444444"/>
                </a:solidFill>
                <a:latin typeface="Noto Serif CJK SC"/>
              </a:defRPr>
            </a:pPr>
            <a:r>
              <a:rPr sz="2000" b="0">
                <a:solidFill>
                  <a:srgbClr val="444444"/>
                </a:solidFill>
                <a:latin typeface="Noto Serif CJK SC"/>
                <a:ea typeface="Noto Serif CJK SC"/>
                <a:cs typeface="Noto Serif CJK SC"/>
              </a:rPr>
              <a:t>联系边疆形势、知识积累与政策实践，形成整体认识。</a:t>
            </a:r>
            <a:endParaRPr>
              <a:latin typeface="Noto Serif CJK SC"/>
              <a:ea typeface="Noto Serif CJK SC"/>
            </a:endParaRPr>
          </a:p>
        </p:txBody>
      </p:sp>
      <p:sp>
        <p:nvSpPr>
          <p:cNvPr id="44" name="Rectangle 23"/>
          <p:cNvSpPr/>
          <p:nvPr>
            <p:custDataLst>
              <p:tags r:id="rId17"/>
            </p:custDataLst>
          </p:nvPr>
        </p:nvSpPr>
        <p:spPr>
          <a:xfrm>
            <a:off x="1901952" y="3246120"/>
            <a:ext cx="9528048" cy="7315"/>
          </a:xfrm>
          <a:prstGeom prst="rect">
            <a:avLst/>
          </a:prstGeom>
          <a:solidFill>
            <a:srgbClr val="E6D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5" name="TextBox 24"/>
          <p:cNvSpPr txBox="1"/>
          <p:nvPr>
            <p:custDataLst>
              <p:tags r:id="rId18"/>
            </p:custDataLst>
          </p:nvPr>
        </p:nvSpPr>
        <p:spPr>
          <a:xfrm>
            <a:off x="1901952" y="3438144"/>
            <a:ext cx="1993392" cy="685800"/>
          </a:xfrm>
          <a:prstGeom prst="rect">
            <a:avLst/>
          </a:prstGeom>
          <a:noFill/>
        </p:spPr>
        <p:txBody>
          <a:bodyPr wrap="square" lIns="0" tIns="0" rIns="0" bIns="0">
            <a:noAutofit/>
          </a:bodyPr>
          <a:lstStyle/>
          <a:p>
            <a:pPr>
              <a:lnSpc>
                <a:spcPct val="118000"/>
              </a:lnSpc>
              <a:spcAft>
                <a:spcPts val="0"/>
              </a:spcAft>
              <a:defRPr sz="2000" b="1">
                <a:solidFill>
                  <a:srgbClr val="990B22"/>
                </a:solidFill>
                <a:latin typeface="Noto Serif CJK SC"/>
              </a:defRPr>
            </a:pPr>
            <a:r>
              <a:rPr sz="2100" b="1">
                <a:solidFill>
                  <a:srgbClr val="990B22"/>
                </a:solidFill>
                <a:latin typeface="Noto Serif CJK SC"/>
                <a:ea typeface="Noto Serif CJK SC"/>
                <a:cs typeface="Noto Serif CJK SC"/>
              </a:rPr>
              <a:t>加深一种理解</a:t>
            </a:r>
            <a:endParaRPr>
              <a:latin typeface="Noto Serif CJK SC"/>
              <a:ea typeface="Noto Serif CJK SC"/>
            </a:endParaRPr>
          </a:p>
        </p:txBody>
      </p:sp>
      <p:sp>
        <p:nvSpPr>
          <p:cNvPr id="46" name="TextBox 25"/>
          <p:cNvSpPr txBox="1"/>
          <p:nvPr>
            <p:custDataLst>
              <p:tags r:id="rId19"/>
            </p:custDataLst>
          </p:nvPr>
        </p:nvSpPr>
        <p:spPr>
          <a:xfrm>
            <a:off x="4169663" y="3438144"/>
            <a:ext cx="7296912" cy="841248"/>
          </a:xfrm>
          <a:prstGeom prst="rect">
            <a:avLst/>
          </a:prstGeom>
          <a:noFill/>
        </p:spPr>
        <p:txBody>
          <a:bodyPr wrap="square" lIns="0" tIns="0" rIns="0" bIns="0">
            <a:noAutofit/>
          </a:bodyPr>
          <a:lstStyle/>
          <a:p>
            <a:pPr>
              <a:lnSpc>
                <a:spcPct val="118000"/>
              </a:lnSpc>
              <a:spcAft>
                <a:spcPts val="0"/>
              </a:spcAft>
              <a:defRPr sz="1800" b="0">
                <a:solidFill>
                  <a:srgbClr val="444444"/>
                </a:solidFill>
                <a:latin typeface="Noto Serif CJK SC"/>
              </a:defRPr>
            </a:pPr>
            <a:r>
              <a:rPr sz="2000" b="0">
                <a:solidFill>
                  <a:srgbClr val="444444"/>
                </a:solidFill>
                <a:latin typeface="Noto Serif CJK SC"/>
                <a:ea typeface="Noto Serif CJK SC"/>
                <a:cs typeface="Noto Serif CJK SC"/>
              </a:rPr>
              <a:t>民族平等与团结，需要在制度安排、具体交往和地方生活中加以认识。</a:t>
            </a:r>
            <a:endParaRPr>
              <a:latin typeface="Noto Serif CJK SC"/>
              <a:ea typeface="Noto Serif CJK SC"/>
            </a:endParaRPr>
          </a:p>
        </p:txBody>
      </p:sp>
      <p:sp>
        <p:nvSpPr>
          <p:cNvPr id="47" name="Rectangle 26"/>
          <p:cNvSpPr/>
          <p:nvPr>
            <p:custDataLst>
              <p:tags r:id="rId20"/>
            </p:custDataLst>
          </p:nvPr>
        </p:nvSpPr>
        <p:spPr>
          <a:xfrm>
            <a:off x="1901952" y="4379976"/>
            <a:ext cx="9528048" cy="7315"/>
          </a:xfrm>
          <a:prstGeom prst="rect">
            <a:avLst/>
          </a:prstGeom>
          <a:solidFill>
            <a:srgbClr val="E6D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48" name="TextBox 27"/>
          <p:cNvSpPr txBox="1"/>
          <p:nvPr>
            <p:custDataLst>
              <p:tags r:id="rId21"/>
            </p:custDataLst>
          </p:nvPr>
        </p:nvSpPr>
        <p:spPr>
          <a:xfrm>
            <a:off x="1901952" y="4572000"/>
            <a:ext cx="1993392" cy="685800"/>
          </a:xfrm>
          <a:prstGeom prst="rect">
            <a:avLst/>
          </a:prstGeom>
          <a:noFill/>
        </p:spPr>
        <p:txBody>
          <a:bodyPr wrap="square" lIns="0" tIns="0" rIns="0" bIns="0">
            <a:noAutofit/>
          </a:bodyPr>
          <a:lstStyle/>
          <a:p>
            <a:pPr>
              <a:lnSpc>
                <a:spcPct val="118000"/>
              </a:lnSpc>
              <a:spcAft>
                <a:spcPts val="0"/>
              </a:spcAft>
              <a:defRPr sz="2000" b="1">
                <a:solidFill>
                  <a:srgbClr val="990B22"/>
                </a:solidFill>
                <a:latin typeface="Noto Serif CJK SC"/>
              </a:defRPr>
            </a:pPr>
            <a:r>
              <a:rPr sz="2100" b="1">
                <a:solidFill>
                  <a:srgbClr val="990B22"/>
                </a:solidFill>
                <a:latin typeface="Noto Serif CJK SC"/>
                <a:ea typeface="Noto Serif CJK SC"/>
                <a:cs typeface="Noto Serif CJK SC"/>
              </a:rPr>
              <a:t>形成一个方向</a:t>
            </a:r>
            <a:endParaRPr>
              <a:latin typeface="Noto Serif CJK SC"/>
              <a:ea typeface="Noto Serif CJK SC"/>
            </a:endParaRPr>
          </a:p>
        </p:txBody>
      </p:sp>
      <p:sp>
        <p:nvSpPr>
          <p:cNvPr id="49" name="TextBox 28"/>
          <p:cNvSpPr txBox="1"/>
          <p:nvPr>
            <p:custDataLst>
              <p:tags r:id="rId22"/>
            </p:custDataLst>
          </p:nvPr>
        </p:nvSpPr>
        <p:spPr>
          <a:xfrm>
            <a:off x="4169663" y="4572000"/>
            <a:ext cx="7296912" cy="841248"/>
          </a:xfrm>
          <a:prstGeom prst="rect">
            <a:avLst/>
          </a:prstGeom>
          <a:noFill/>
        </p:spPr>
        <p:txBody>
          <a:bodyPr wrap="square" lIns="0" tIns="0" rIns="0" bIns="0">
            <a:noAutofit/>
          </a:bodyPr>
          <a:lstStyle/>
          <a:p>
            <a:pPr>
              <a:lnSpc>
                <a:spcPct val="118000"/>
              </a:lnSpc>
              <a:spcAft>
                <a:spcPts val="0"/>
              </a:spcAft>
              <a:defRPr sz="1800" b="0">
                <a:solidFill>
                  <a:srgbClr val="444444"/>
                </a:solidFill>
                <a:latin typeface="Noto Serif CJK SC"/>
              </a:defRPr>
            </a:pPr>
            <a:r>
              <a:rPr sz="2000" b="0">
                <a:solidFill>
                  <a:srgbClr val="444444"/>
                </a:solidFill>
                <a:latin typeface="Noto Serif CJK SC"/>
                <a:ea typeface="Noto Serif CJK SC"/>
                <a:cs typeface="Noto Serif CJK SC"/>
              </a:rPr>
              <a:t>重视历史语境、地方主体与多种材料的相互印证。</a:t>
            </a:r>
            <a:endParaRPr>
              <a:latin typeface="Noto Serif CJK SC"/>
              <a:ea typeface="Noto Serif CJK SC"/>
            </a:endParaRPr>
          </a:p>
        </p:txBody>
      </p:sp>
      <p:sp>
        <p:nvSpPr>
          <p:cNvPr id="50" name="Rectangle 29"/>
          <p:cNvSpPr/>
          <p:nvPr>
            <p:custDataLst>
              <p:tags r:id="rId23"/>
            </p:custDataLst>
          </p:nvPr>
        </p:nvSpPr>
        <p:spPr>
          <a:xfrm>
            <a:off x="1901952" y="5513832"/>
            <a:ext cx="9528048" cy="7315"/>
          </a:xfrm>
          <a:prstGeom prst="rect">
            <a:avLst/>
          </a:prstGeom>
          <a:solidFill>
            <a:srgbClr val="E6D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Noto Serif CJK SC"/>
              <a:ea typeface="Noto Serif CJK SC"/>
            </a:endParaRPr>
          </a:p>
        </p:txBody>
      </p:sp>
      <p:sp>
        <p:nvSpPr>
          <p:cNvPr id="53" name="TextBox 34"/>
          <p:cNvSpPr txBox="1"/>
          <p:nvPr>
            <p:custDataLst>
              <p:tags r:id="rId24"/>
            </p:custDataLst>
          </p:nvPr>
        </p:nvSpPr>
        <p:spPr>
          <a:xfrm>
            <a:off x="109728" y="5303520"/>
            <a:ext cx="1261872" cy="230505"/>
          </a:xfrm>
          <a:prstGeom prst="rect">
            <a:avLst/>
          </a:prstGeom>
          <a:noFill/>
        </p:spPr>
        <p:txBody>
          <a:bodyPr wrap="square" lIns="18288" tIns="0" rIns="18288" bIns="0">
            <a:spAutoFit/>
          </a:bodyPr>
          <a:lstStyle/>
          <a:p>
            <a:pPr algn="ctr">
              <a:defRPr sz="1500" b="1">
                <a:solidFill>
                  <a:srgbClr val="990B22"/>
                </a:solidFill>
                <a:latin typeface="Noto Serif CJK SC"/>
              </a:defRPr>
            </a:pPr>
            <a:r>
              <a:rPr lang="zh-CN" sz="1500" b="1">
                <a:solidFill>
                  <a:srgbClr val="990B22"/>
                </a:solidFill>
                <a:latin typeface="Noto Serif CJK SC"/>
                <a:ea typeface="Noto Serif CJK SC"/>
                <a:cs typeface="Noto Serif CJK SC"/>
              </a:rPr>
              <a:t>学习</a:t>
            </a:r>
            <a:r>
              <a:rPr lang="zh-CN" sz="1500" b="1">
                <a:solidFill>
                  <a:srgbClr val="990B22"/>
                </a:solidFill>
                <a:latin typeface="Noto Serif CJK SC"/>
                <a:ea typeface="Noto Serif CJK SC"/>
                <a:cs typeface="Noto Serif CJK SC"/>
              </a:rPr>
              <a:t>总结</a:t>
            </a:r>
            <a:endParaRPr lang="zh-CN">
              <a:latin typeface="Noto Serif CJK SC"/>
              <a:ea typeface="Noto Serif CJK SC"/>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2609"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图片 18" descr="朱线远山学术留白"/>
          <p:cNvPicPr>
            <a:picLocks noChangeAspect="1"/>
          </p:cNvPicPr>
          <p:nvPr/>
        </p:nvPicPr>
        <p:blipFill>
          <a:blip r:embed="rId1"/>
          <a:stretch>
            <a:fillRect/>
          </a:stretch>
        </p:blipFill>
        <p:spPr>
          <a:xfrm>
            <a:off x="3175" y="0"/>
            <a:ext cx="12185015" cy="6858000"/>
          </a:xfrm>
          <a:prstGeom prst="rect">
            <a:avLst/>
          </a:prstGeom>
        </p:spPr>
      </p:pic>
      <p:sp>
        <p:nvSpPr>
          <p:cNvPr id="4" name="Rectangle 3"/>
          <p:cNvSpPr/>
          <p:nvPr/>
        </p:nvSpPr>
        <p:spPr>
          <a:xfrm>
            <a:off x="530352" y="347472"/>
            <a:ext cx="11137392" cy="6144768"/>
          </a:xfrm>
          <a:prstGeom prst="rect">
            <a:avLst/>
          </a:prstGeom>
          <a:solidFill>
            <a:srgbClr val="FFFFFF"/>
          </a:solidFill>
          <a:ln w="10160">
            <a:solidFill>
              <a:srgbClr val="D8B3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0352" y="347472"/>
            <a:ext cx="960120" cy="50292"/>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30352" y="347472"/>
            <a:ext cx="50292" cy="960120"/>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78408" y="1993392"/>
            <a:ext cx="621792" cy="54864"/>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044952"/>
            <a:ext cx="10378440" cy="661670"/>
          </a:xfrm>
          <a:prstGeom prst="rect">
            <a:avLst/>
          </a:prstGeom>
          <a:noFill/>
        </p:spPr>
        <p:txBody>
          <a:bodyPr wrap="square" lIns="0" tIns="0" rIns="0" bIns="0">
            <a:spAutoFit/>
          </a:bodyPr>
          <a:lstStyle/>
          <a:p>
            <a:pPr algn="ctr">
              <a:defRPr sz="4300" b="1">
                <a:solidFill>
                  <a:srgbClr val="990B22"/>
                </a:solidFill>
                <a:latin typeface="Noto Serif CJK SC"/>
              </a:defRPr>
            </a:pPr>
            <a:r>
              <a:rPr lang="zh-CN" altLang="en-US" sz="4300" b="1">
                <a:solidFill>
                  <a:srgbClr val="990B22"/>
                </a:solidFill>
                <a:latin typeface="Noto Serif CJK SC"/>
                <a:ea typeface="Noto Serif CJK SC"/>
                <a:cs typeface="Noto Serif CJK SC"/>
              </a:rPr>
              <a:t>感谢倾听</a:t>
            </a:r>
            <a:endParaRPr lang="zh-CN" altLang="en-US"/>
          </a:p>
        </p:txBody>
      </p:sp>
      <p:sp>
        <p:nvSpPr>
          <p:cNvPr id="13" name="TextBox 12"/>
          <p:cNvSpPr txBox="1"/>
          <p:nvPr/>
        </p:nvSpPr>
        <p:spPr>
          <a:xfrm>
            <a:off x="996696" y="4215384"/>
            <a:ext cx="10058400" cy="322580"/>
          </a:xfrm>
          <a:prstGeom prst="rect">
            <a:avLst/>
          </a:prstGeom>
          <a:noFill/>
        </p:spPr>
        <p:txBody>
          <a:bodyPr wrap="square" lIns="0" tIns="0" rIns="0" bIns="0">
            <a:spAutoFit/>
          </a:bodyPr>
          <a:lstStyle/>
          <a:p>
            <a:pPr algn="ctr">
              <a:defRPr sz="2100" b="0">
                <a:solidFill>
                  <a:srgbClr val="6C6063"/>
                </a:solidFill>
                <a:latin typeface="Noto Serif CJK SC"/>
              </a:defRPr>
            </a:pPr>
            <a:r>
              <a:rPr lang="zh-CN" altLang="en-US" sz="2100" b="0">
                <a:solidFill>
                  <a:srgbClr val="6C6063"/>
                </a:solidFill>
                <a:latin typeface="Noto Serif CJK SC"/>
                <a:ea typeface="Noto Serif CJK SC"/>
                <a:cs typeface="Noto Serif CJK SC"/>
              </a:rPr>
              <a:t>敬请老师、同学批评指正</a:t>
            </a:r>
            <a:endParaRPr lang="zh-CN" altLang="en-US"/>
          </a:p>
        </p:txBody>
      </p:sp>
      <p:sp>
        <p:nvSpPr>
          <p:cNvPr id="14" name="Rectangle 13"/>
          <p:cNvSpPr/>
          <p:nvPr/>
        </p:nvSpPr>
        <p:spPr>
          <a:xfrm>
            <a:off x="996696" y="5001768"/>
            <a:ext cx="10104120" cy="10972"/>
          </a:xfrm>
          <a:prstGeom prst="rect">
            <a:avLst/>
          </a:prstGeom>
          <a:solidFill>
            <a:srgbClr val="E0C7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950" y="5349240"/>
            <a:ext cx="10696575" cy="276860"/>
          </a:xfrm>
          <a:prstGeom prst="rect">
            <a:avLst/>
          </a:prstGeom>
          <a:noFill/>
        </p:spPr>
        <p:txBody>
          <a:bodyPr wrap="square" lIns="0" tIns="0" rIns="0" bIns="0">
            <a:spAutoFit/>
          </a:bodyPr>
          <a:lstStyle/>
          <a:p>
            <a:pPr algn="ctr">
              <a:defRPr sz="1800" b="0">
                <a:solidFill>
                  <a:srgbClr val="333333"/>
                </a:solidFill>
                <a:latin typeface="Noto Serif CJK SC"/>
              </a:defRPr>
            </a:pPr>
            <a:r>
              <a:rPr sz="1800" b="0">
                <a:solidFill>
                  <a:srgbClr val="333333"/>
                </a:solidFill>
                <a:latin typeface="Noto Serif CJK SC"/>
                <a:ea typeface="Noto Serif CJK SC"/>
                <a:cs typeface="Noto Serif CJK SC"/>
              </a:rPr>
              <a:t>汇报人  连羚毓</a:t>
            </a:r>
            <a:endParaRPr>
              <a:latin typeface="Noto Serif CJK SC"/>
              <a:ea typeface="Noto Serif CJK SC"/>
              <a:cs typeface="Noto Serif CJK SC"/>
            </a:endParaRPr>
          </a:p>
        </p:txBody>
      </p:sp>
      <p:sp>
        <p:nvSpPr>
          <p:cNvPr id="17" name="Rectangle 16"/>
          <p:cNvSpPr/>
          <p:nvPr/>
        </p:nvSpPr>
        <p:spPr>
          <a:xfrm>
            <a:off x="0" y="6656832"/>
            <a:ext cx="12192609" cy="201168"/>
          </a:xfrm>
          <a:prstGeom prst="rect">
            <a:avLst/>
          </a:prstGeom>
          <a:solidFill>
            <a:srgbClr val="990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ags/tag1.xml><?xml version="1.0" encoding="utf-8"?>
<p:tagLst xmlns:p="http://schemas.openxmlformats.org/presentationml/2006/main">
  <p:tag name="KSO_WM_DIAGRAM_VIRTUALLY_FRAME" val="{&quot;height&quot;:179.28000000000003,&quot;left&quot;:151.2,&quot;top&quot;:259.2,&quot;width&quot;:687.5999212598424}"/>
</p:tagLst>
</file>

<file path=ppt/tags/tag2.xml><?xml version="1.0" encoding="utf-8"?>
<p:tagLst xmlns:p="http://schemas.openxmlformats.org/presentationml/2006/main">
  <p:tag name="KSO_WM_DIAGRAM_VIRTUALLY_FRAME" val="{&quot;height&quot;:179.28000000000003,&quot;left&quot;:151.2,&quot;top&quot;:259.2,&quot;width&quot;:687.5999212598424}"/>
</p:tagLst>
</file>

<file path=ppt/tags/tag3.xml><?xml version="1.0" encoding="utf-8"?>
<p:tagLst xmlns:p="http://schemas.openxmlformats.org/presentationml/2006/main">
  <p:tag name="KSO_WM_DIAGRAM_VIRTUALLY_FRAME" val="{&quot;height&quot;:179.28000000000003,&quot;left&quot;:151.2,&quot;top&quot;:259.2,&quot;width&quot;:687.5999212598424}"/>
</p:tagLst>
</file>

<file path=ppt/tags/tag4.xml><?xml version="1.0" encoding="utf-8"?>
<p:tagLst xmlns:p="http://schemas.openxmlformats.org/presentationml/2006/main">
  <p:tag name="KSO_WM_DIAGRAM_VIRTUALLY_FRAME" val="{&quot;height&quot;:179.28000000000003,&quot;left&quot;:151.2,&quot;top&quot;:259.2,&quot;width&quot;:687.5999212598424}"/>
</p:tagLst>
</file>

<file path=ppt/tags/tag5.xml><?xml version="1.0" encoding="utf-8"?>
<p:tagLst xmlns:p="http://schemas.openxmlformats.org/presentationml/2006/main">
  <p:tag name="KSO_WM_DIAGRAM_VIRTUALLY_FRAME" val="{&quot;height&quot;:179.28000000000003,&quot;left&quot;:151.2,&quot;top&quot;:259.2,&quot;width&quot;:687.5999212598424}"/>
</p:tagLst>
</file>

<file path=ppt/tags/tag6.xml><?xml version="1.0" encoding="utf-8"?>
<p:tagLst xmlns:p="http://schemas.openxmlformats.org/presentationml/2006/main">
  <p:tag name="KSO_WM_DIAGRAM_VIRTUALLY_FRAME" val="{&quot;height&quot;:179.28000000000003,&quot;left&quot;:151.2,&quot;top&quot;:259.2,&quot;width&quot;:687.5999212598424}"/>
</p:tagLst>
</file>

<file path=ppt/tags/tag7.xml><?xml version="1.0" encoding="utf-8"?>
<p:tagLst xmlns:p="http://schemas.openxmlformats.org/presentationml/2006/main">
  <p:tag name="KSO_WM_DIAGRAM_VIRTUALLY_FRAME" val="{&quot;height&quot;:179.28000000000003,&quot;left&quot;:151.2,&quot;top&quot;:259.2,&quot;width&quot;:687.5999212598424}"/>
</p:tagLst>
</file>

<file path=ppt/tags/tag8.xml><?xml version="1.0" encoding="utf-8"?>
<p:tagLst xmlns:p="http://schemas.openxmlformats.org/presentationml/2006/main">
  <p:tag name="KSO_WM_DIAGRAM_VIRTUALLY_FRAME" val="{&quot;height&quot;:179.28000000000003,&quot;left&quot;:151.2,&quot;top&quot;:259.2,&quot;width&quot;:687.5999212598424}"/>
</p:tagLst>
</file>

<file path=ppt/tags/tag9.xml><?xml version="1.0" encoding="utf-8"?>
<p:tagLst xmlns:p="http://schemas.openxmlformats.org/presentationml/2006/main">
  <p:tag name="KSO_WM_DIAGRAM_VIRTUALLY_FRAME" val="{&quot;height&quot;:179.28000000000003,&quot;left&quot;:151.2,&quot;top&quot;:259.2,&quot;width&quot;:687.5999212598424}"/>
</p:tagLst>
</file>

<file path=ppt/tags/tag10.xml><?xml version="1.0" encoding="utf-8"?>
<p:tagLst xmlns:p="http://schemas.openxmlformats.org/presentationml/2006/main">
  <p:tag name="KSO_WM_DIAGRAM_VIRTUALLY_FRAME" val="{&quot;height&quot;:179.28000000000003,&quot;left&quot;:151.2,&quot;top&quot;:259.2,&quot;width&quot;:687.5999212598424}"/>
</p:tagLst>
</file>

<file path=ppt/tags/tag11.xml><?xml version="1.0" encoding="utf-8"?>
<p:tagLst xmlns:p="http://schemas.openxmlformats.org/presentationml/2006/main">
  <p:tag name="KSO_WM_DIAGRAM_VIRTUALLY_FRAME" val="{&quot;height&quot;:179.28000000000003,&quot;left&quot;:151.2,&quot;top&quot;:259.2,&quot;width&quot;:687.5999212598424}"/>
</p:tagLst>
</file>

<file path=ppt/tags/tag12.xml><?xml version="1.0" encoding="utf-8"?>
<p:tagLst xmlns:p="http://schemas.openxmlformats.org/presentationml/2006/main">
  <p:tag name="KSO_WM_DIAGRAM_VIRTUALLY_FRAME" val="{&quot;height&quot;:179.28000000000003,&quot;left&quot;:151.2,&quot;top&quot;:259.2,&quot;width&quot;:687.5999212598424}"/>
</p:tagLst>
</file>

<file path=ppt/tags/tag13.xml><?xml version="1.0" encoding="utf-8"?>
<p:tagLst xmlns:p="http://schemas.openxmlformats.org/presentationml/2006/main">
  <p:tag name="KSO_WM_DIAGRAM_VIRTUALLY_FRAME" val="{&quot;height&quot;:254.25,&quot;left&quot;:140.13598425196852,&quot;top&quot;:155.25,&quot;width&quot;:762.96}"/>
</p:tagLst>
</file>

<file path=ppt/tags/tag14.xml><?xml version="1.0" encoding="utf-8"?>
<p:tagLst xmlns:p="http://schemas.openxmlformats.org/presentationml/2006/main">
  <p:tag name="KSO_WM_DIAGRAM_VIRTUALLY_FRAME" val="{&quot;height&quot;:254.25,&quot;left&quot;:140.13598425196852,&quot;top&quot;:155.25,&quot;width&quot;:762.96}"/>
</p:tagLst>
</file>

<file path=ppt/tags/tag15.xml><?xml version="1.0" encoding="utf-8"?>
<p:tagLst xmlns:p="http://schemas.openxmlformats.org/presentationml/2006/main">
  <p:tag name="KSO_WM_DIAGRAM_VIRTUALLY_FRAME" val="{&quot;height&quot;:254.25,&quot;left&quot;:140.13598425196852,&quot;top&quot;:155.25,&quot;width&quot;:762.96}"/>
</p:tagLst>
</file>

<file path=ppt/tags/tag16.xml><?xml version="1.0" encoding="utf-8"?>
<p:tagLst xmlns:p="http://schemas.openxmlformats.org/presentationml/2006/main">
  <p:tag name="KSO_WM_DIAGRAM_VIRTUALLY_FRAME" val="{&quot;height&quot;:254.25,&quot;left&quot;:140.13598425196852,&quot;top&quot;:155.25,&quot;width&quot;:762.96}"/>
</p:tagLst>
</file>

<file path=ppt/tags/tag17.xml><?xml version="1.0" encoding="utf-8"?>
<p:tagLst xmlns:p="http://schemas.openxmlformats.org/presentationml/2006/main">
  <p:tag name="KSO_WM_DIAGRAM_VIRTUALLY_FRAME" val="{&quot;height&quot;:254.25,&quot;left&quot;:140.13598425196852,&quot;top&quot;:155.25,&quot;width&quot;:762.96}"/>
</p:tagLst>
</file>

<file path=ppt/tags/tag18.xml><?xml version="1.0" encoding="utf-8"?>
<p:tagLst xmlns:p="http://schemas.openxmlformats.org/presentationml/2006/main">
  <p:tag name="KSO_WM_DIAGRAM_VIRTUALLY_FRAME" val="{&quot;height&quot;:254.25,&quot;left&quot;:140.13598425196852,&quot;top&quot;:155.25,&quot;width&quot;:762.96}"/>
</p:tagLst>
</file>

<file path=ppt/tags/tag19.xml><?xml version="1.0" encoding="utf-8"?>
<p:tagLst xmlns:p="http://schemas.openxmlformats.org/presentationml/2006/main">
  <p:tag name="KSO_WM_DIAGRAM_VIRTUALLY_FRAME" val="{&quot;height&quot;:254.25,&quot;left&quot;:140.13598425196852,&quot;top&quot;:155.25,&quot;width&quot;:762.96}"/>
</p:tagLst>
</file>

<file path=ppt/tags/tag20.xml><?xml version="1.0" encoding="utf-8"?>
<p:tagLst xmlns:p="http://schemas.openxmlformats.org/presentationml/2006/main">
  <p:tag name="KSO_WM_DIAGRAM_VIRTUALLY_FRAME" val="{&quot;height&quot;:254.25,&quot;left&quot;:140.13598425196852,&quot;top&quot;:155.25,&quot;width&quot;:762.96}"/>
</p:tagLst>
</file>

<file path=ppt/tags/tag21.xml><?xml version="1.0" encoding="utf-8"?>
<p:tagLst xmlns:p="http://schemas.openxmlformats.org/presentationml/2006/main">
  <p:tag name="KSO_WM_DIAGRAM_VIRTUALLY_FRAME" val="{&quot;height&quot;:254.25,&quot;left&quot;:140.13598425196852,&quot;top&quot;:155.25,&quot;width&quot;:762.96}"/>
</p:tagLst>
</file>

<file path=ppt/tags/tag22.xml><?xml version="1.0" encoding="utf-8"?>
<p:tagLst xmlns:p="http://schemas.openxmlformats.org/presentationml/2006/main">
  <p:tag name="KSO_WM_DIAGRAM_VIRTUALLY_FRAME" val="{&quot;height&quot;:254.25,&quot;left&quot;:140.13598425196852,&quot;top&quot;:155.25,&quot;width&quot;:762.96}"/>
</p:tagLst>
</file>

<file path=ppt/tags/tag23.xml><?xml version="1.0" encoding="utf-8"?>
<p:tagLst xmlns:p="http://schemas.openxmlformats.org/presentationml/2006/main">
  <p:tag name="KSO_WM_DIAGRAM_VIRTUALLY_FRAME" val="{&quot;height&quot;:254.25,&quot;left&quot;:140.13598425196852,&quot;top&quot;:155.25,&quot;width&quot;:762.96}"/>
</p:tagLst>
</file>

<file path=ppt/tags/tag24.xml><?xml version="1.0" encoding="utf-8"?>
<p:tagLst xmlns:p="http://schemas.openxmlformats.org/presentationml/2006/main">
  <p:tag name="KSO_WM_DIAGRAM_VIRTUALLY_FRAME" val="{&quot;height&quot;:254.25,&quot;left&quot;:140.13598425196852,&quot;top&quot;:155.25,&quot;width&quot;:762.96}"/>
</p:tagLst>
</file>

<file path=ppt/tags/tag25.xml><?xml version="1.0" encoding="utf-8"?>
<p:tagLst xmlns:p="http://schemas.openxmlformats.org/presentationml/2006/main">
  <p:tag name="KSO_WM_DIAGRAM_VIRTUALLY_FRAME" val="{&quot;height&quot;:254.25,&quot;left&quot;:140.13598425196852,&quot;top&quot;:155.25,&quot;width&quot;:762.96}"/>
</p:tagLst>
</file>

<file path=ppt/tags/tag26.xml><?xml version="1.0" encoding="utf-8"?>
<p:tagLst xmlns:p="http://schemas.openxmlformats.org/presentationml/2006/main">
  <p:tag name="KSO_WM_DIAGRAM_VIRTUALLY_FRAME" val="{&quot;height&quot;:254.25,&quot;left&quot;:140.13598425196852,&quot;top&quot;:155.25,&quot;width&quot;:762.96}"/>
</p:tagLst>
</file>

<file path=ppt/tags/tag27.xml><?xml version="1.0" encoding="utf-8"?>
<p:tagLst xmlns:p="http://schemas.openxmlformats.org/presentationml/2006/main">
  <p:tag name="KSO_WM_DIAGRAM_VIRTUALLY_FRAME" val="{&quot;height&quot;:254.25,&quot;left&quot;:140.13598425196852,&quot;top&quot;:155.25,&quot;width&quot;:762.96}"/>
</p:tagLst>
</file>

<file path=ppt/tags/tag28.xml><?xml version="1.0" encoding="utf-8"?>
<p:tagLst xmlns:p="http://schemas.openxmlformats.org/presentationml/2006/main">
  <p:tag name="KSO_WM_DIAGRAM_VIRTUALLY_FRAME" val="{&quot;height&quot;:254.25,&quot;left&quot;:140.13598425196852,&quot;top&quot;:155.25,&quot;width&quot;:762.96}"/>
</p:tagLst>
</file>

<file path=ppt/tags/tag29.xml><?xml version="1.0" encoding="utf-8"?>
<p:tagLst xmlns:p="http://schemas.openxmlformats.org/presentationml/2006/main">
  <p:tag name="KSO_WM_DIAGRAM_VIRTUALLY_FRAME" val="{&quot;height&quot;:254.25,&quot;left&quot;:140.13598425196852,&quot;top&quot;:155.25,&quot;width&quot;:762.96}"/>
</p:tagLst>
</file>

<file path=ppt/tags/tag30.xml><?xml version="1.0" encoding="utf-8"?>
<p:tagLst xmlns:p="http://schemas.openxmlformats.org/presentationml/2006/main">
  <p:tag name="KSO_WM_DIAGRAM_VIRTUALLY_FRAME" val="{&quot;height&quot;:254.25,&quot;left&quot;:140.13598425196852,&quot;top&quot;:155.25,&quot;width&quot;:762.96}"/>
</p:tagLst>
</file>

<file path=ppt/tags/tag31.xml><?xml version="1.0" encoding="utf-8"?>
<p:tagLst xmlns:p="http://schemas.openxmlformats.org/presentationml/2006/main">
  <p:tag name="KSO_WM_DIAGRAM_VIRTUALLY_FRAME" val="{&quot;height&quot;:254.25,&quot;left&quot;:140.13598425196852,&quot;top&quot;:155.25,&quot;width&quot;:762.96}"/>
</p:tagLst>
</file>

<file path=ppt/tags/tag32.xml><?xml version="1.0" encoding="utf-8"?>
<p:tagLst xmlns:p="http://schemas.openxmlformats.org/presentationml/2006/main">
  <p:tag name="KSO_WM_DIAGRAM_VIRTUALLY_FRAME" val="{&quot;height&quot;:254.25,&quot;left&quot;:140.13598425196852,&quot;top&quot;:155.25,&quot;width&quot;:762.96}"/>
</p:tagLst>
</file>

<file path=ppt/tags/tag33.xml><?xml version="1.0" encoding="utf-8"?>
<p:tagLst xmlns:p="http://schemas.openxmlformats.org/presentationml/2006/main">
  <p:tag name="KSO_WM_DIAGRAM_VIRTUALLY_FRAME" val="{&quot;height&quot;:254.25,&quot;left&quot;:140.13598425196852,&quot;top&quot;:155.25,&quot;width&quot;:762.96}"/>
</p:tagLst>
</file>

<file path=ppt/tags/tag34.xml><?xml version="1.0" encoding="utf-8"?>
<p:tagLst xmlns:p="http://schemas.openxmlformats.org/presentationml/2006/main">
  <p:tag name="KSO_WM_DIAGRAM_VIRTUALLY_FRAME" val="{&quot;height&quot;:254.25,&quot;left&quot;:140.13598425196852,&quot;top&quot;:155.25,&quot;width&quot;:762.96}"/>
</p:tagLst>
</file>

<file path=ppt/tags/tag35.xml><?xml version="1.0" encoding="utf-8"?>
<p:tagLst xmlns:p="http://schemas.openxmlformats.org/presentationml/2006/main">
  <p:tag name="KSO_WM_DIAGRAM_VIRTUALLY_FRAME" val="{&quot;height&quot;:254.25,&quot;left&quot;:140.13598425196852,&quot;top&quot;:155.25,&quot;width&quot;:762.96}"/>
</p:tagLst>
</file>

<file path=ppt/tags/tag36.xml><?xml version="1.0" encoding="utf-8"?>
<p:tagLst xmlns:p="http://schemas.openxmlformats.org/presentationml/2006/main">
  <p:tag name="KSO_WM_DIAGRAM_VIRTUALLY_FRAME" val="{&quot;height&quot;:254.25,&quot;left&quot;:140.13598425196852,&quot;top&quot;:155.25,&quot;width&quot;:762.96}"/>
</p:tagLst>
</file>

<file path=ppt/tags/tag37.xml><?xml version="1.0" encoding="utf-8"?>
<p:tagLst xmlns:p="http://schemas.openxmlformats.org/presentationml/2006/main">
  <p:tag name="KSO_WM_DIAGRAM_VIRTUALLY_FRAME" val="{&quot;height&quot;:254.25,&quot;left&quot;:140.13598425196852,&quot;top&quot;:155.25,&quot;width&quot;:762.96}"/>
</p:tagLst>
</file>

<file path=ppt/tags/tag38.xml><?xml version="1.0" encoding="utf-8"?>
<p:tagLst xmlns:p="http://schemas.openxmlformats.org/presentationml/2006/main">
  <p:tag name="KSO_WM_DIAGRAM_VIRTUALLY_FRAME" val="{&quot;height&quot;:254.25,&quot;left&quot;:140.13598425196852,&quot;top&quot;:155.25,&quot;width&quot;:762.96}"/>
</p:tagLst>
</file>

<file path=ppt/tags/tag39.xml><?xml version="1.0" encoding="utf-8"?>
<p:tagLst xmlns:p="http://schemas.openxmlformats.org/presentationml/2006/main">
  <p:tag name="KSO_WM_DIAGRAM_VIRTUALLY_FRAME" val="{&quot;height&quot;:254.25,&quot;left&quot;:140.13598425196852,&quot;top&quot;:155.25,&quot;width&quot;:762.96}"/>
</p:tagLst>
</file>

<file path=ppt/tags/tag40.xml><?xml version="1.0" encoding="utf-8"?>
<p:tagLst xmlns:p="http://schemas.openxmlformats.org/presentationml/2006/main">
  <p:tag name="KSO_WM_DIAGRAM_VIRTUALLY_FRAME" val="{&quot;height&quot;:254.25,&quot;left&quot;:140.13598425196852,&quot;top&quot;:155.25,&quot;width&quot;:762.96}"/>
</p:tagLst>
</file>

<file path=ppt/tags/tag41.xml><?xml version="1.0" encoding="utf-8"?>
<p:tagLst xmlns:p="http://schemas.openxmlformats.org/presentationml/2006/main">
  <p:tag name="KSO_WM_DIAGRAM_VIRTUALLY_FRAME" val="{&quot;height&quot;:254.25,&quot;left&quot;:140.13598425196852,&quot;top&quot;:155.25,&quot;width&quot;:762.96}"/>
</p:tagLst>
</file>

<file path=ppt/tags/tag42.xml><?xml version="1.0" encoding="utf-8"?>
<p:tagLst xmlns:p="http://schemas.openxmlformats.org/presentationml/2006/main">
  <p:tag name="KSO_WM_DIAGRAM_VIRTUALLY_FRAME" val="{&quot;height&quot;:254.25,&quot;left&quot;:140.13598425196852,&quot;top&quot;:155.25,&quot;width&quot;:762.96}"/>
</p:tagLst>
</file>

<file path=ppt/tags/tag43.xml><?xml version="1.0" encoding="utf-8"?>
<p:tagLst xmlns:p="http://schemas.openxmlformats.org/presentationml/2006/main">
  <p:tag name="KSO_WM_DIAGRAM_VIRTUALLY_FRAME" val="{&quot;height&quot;:254.25,&quot;left&quot;:140.13598425196852,&quot;top&quot;:155.25,&quot;width&quot;:762.96}"/>
</p:tagLst>
</file>

<file path=ppt/tags/tag44.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1964_2*l_h_f*1_1_1"/>
  <p:tag name="KSO_WM_TEMPLATE_CATEGORY" val="diagram"/>
  <p:tag name="KSO_WM_TEMPLATE_INDEX" val="20231964"/>
  <p:tag name="KSO_WM_UNIT_LAYERLEVEL" val="1_1_1"/>
  <p:tag name="KSO_WM_TAG_VERSION" val="3.0"/>
  <p:tag name="KSO_WM_BEAUTIFY_FLAG" val="#wm#"/>
  <p:tag name="KSO_WM_DIAGRAM_VERSION" val="3"/>
  <p:tag name="KSO_WM_DIAGRAM_COLOR_TRICK" val="2"/>
  <p:tag name="KSO_WM_DIAGRAM_COLOR_TEXT_CAN_REMOVE" val="n"/>
  <p:tag name="KSO_WM_DIAGRAM_MAX_ITEMCNT" val="4"/>
  <p:tag name="KSO_WM_DIAGRAM_MIN_ITEMCNT" val="2"/>
  <p:tag name="KSO_WM_DIAGRAM_VIRTUALLY_FRAME" val="{&quot;height&quot;:316.6677420883123,&quot;left&quot;:136.20905151367188,&quot;top&quot;:140.89646384430492,&quot;width&quot;:781.840948486328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VALUE" val="65"/>
  <p:tag name="KSO_WM_UNIT_TEXT_TYPE" val="1"/>
  <p:tag name="KSO_WM_UNIT_TEXT_LAYER_COUNT" val="1"/>
  <p:tag name="KSO_WM_UNIT_PRESET_TEXT" val="单击此处添加文本内容，简明扼要地阐述。根据需要可酌情增减文字，以便观者准确地理解您传达的思想。单击此处添加文本具体内容"/>
  <p:tag name="KSO_WM_UNIT_TEXT_FILL_FORE_SCHEMECOLOR_INDEX" val="1"/>
  <p:tag name="KSO_WM_UNIT_TEXT_FILL_TYPE" val="1"/>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45.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1964_2*l_h_f*1_2_1"/>
  <p:tag name="KSO_WM_TEMPLATE_CATEGORY" val="diagram"/>
  <p:tag name="KSO_WM_TEMPLATE_INDEX" val="20231964"/>
  <p:tag name="KSO_WM_UNIT_LAYERLEVEL" val="1_1_1"/>
  <p:tag name="KSO_WM_TAG_VERSION" val="3.0"/>
  <p:tag name="KSO_WM_BEAUTIFY_FLAG" val="#wm#"/>
  <p:tag name="KSO_WM_DIAGRAM_VERSION" val="3"/>
  <p:tag name="KSO_WM_DIAGRAM_COLOR_TRICK" val="2"/>
  <p:tag name="KSO_WM_DIAGRAM_COLOR_TEXT_CAN_REMOVE" val="n"/>
  <p:tag name="KSO_WM_DIAGRAM_MAX_ITEMCNT" val="4"/>
  <p:tag name="KSO_WM_DIAGRAM_MIN_ITEMCNT" val="2"/>
  <p:tag name="KSO_WM_DIAGRAM_VIRTUALLY_FRAME" val="{&quot;height&quot;:316.6677420883123,&quot;left&quot;:136.20905151367188,&quot;top&quot;:140.89646384430492,&quot;width&quot;:781.840948486328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PRESET_TEXT" val="单击此处添加文本内容，简明扼要地阐述。根据需要可酌情增减文字，以便观者准确地理解您传达的思想。单击此处添加文本具体内容"/>
  <p:tag name="KSO_WM_UNIT_TEXT_FILL_FORE_SCHEMECOLOR_INDEX" val="1"/>
  <p:tag name="KSO_WM_UNIT_TEXT_FILL_TYPE" val="1"/>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46.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1964_2*l_h_f*1_3_1"/>
  <p:tag name="KSO_WM_TEMPLATE_CATEGORY" val="diagram"/>
  <p:tag name="KSO_WM_TEMPLATE_INDEX" val="20231964"/>
  <p:tag name="KSO_WM_UNIT_LAYERLEVEL" val="1_1_1"/>
  <p:tag name="KSO_WM_TAG_VERSION" val="3.0"/>
  <p:tag name="KSO_WM_BEAUTIFY_FLAG" val="#wm#"/>
  <p:tag name="KSO_WM_DIAGRAM_VERSION" val="3"/>
  <p:tag name="KSO_WM_DIAGRAM_COLOR_TRICK" val="2"/>
  <p:tag name="KSO_WM_DIAGRAM_COLOR_TEXT_CAN_REMOVE" val="n"/>
  <p:tag name="KSO_WM_DIAGRAM_MAX_ITEMCNT" val="4"/>
  <p:tag name="KSO_WM_DIAGRAM_MIN_ITEMCNT" val="2"/>
  <p:tag name="KSO_WM_DIAGRAM_VIRTUALLY_FRAME" val="{&quot;height&quot;:316.6677420883123,&quot;left&quot;:136.20905151367188,&quot;top&quot;:140.89646384430492,&quot;width&quot;:781.840948486328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PRESET_TEXT" val="单击此处添加文本内容，简明扼要地阐述。根据需要可酌情增减文字，以便观者准确地理解您传达的思想。单击此处添加文本具体内容"/>
  <p:tag name="KSO_WM_UNIT_TEXT_FILL_FORE_SCHEMECOLOR_INDEX" val="1"/>
  <p:tag name="KSO_WM_UNIT_TEXT_FILL_TYPE" val="1"/>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47.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1964_2*l_h_a*1_1_1"/>
  <p:tag name="KSO_WM_TEMPLATE_CATEGORY" val="diagram"/>
  <p:tag name="KSO_WM_TEMPLATE_INDEX" val="20231964"/>
  <p:tag name="KSO_WM_UNIT_LAYERLEVEL" val="1_1_1"/>
  <p:tag name="KSO_WM_TAG_VERSION" val="3.0"/>
  <p:tag name="KSO_WM_BEAUTIFY_FLAG" val="#wm#"/>
  <p:tag name="KSO_WM_DIAGRAM_VERSION" val="3"/>
  <p:tag name="KSO_WM_DIAGRAM_COLOR_TRICK" val="2"/>
  <p:tag name="KSO_WM_DIAGRAM_COLOR_TEXT_CAN_REMOVE" val="n"/>
  <p:tag name="KSO_WM_DIAGRAM_MAX_ITEMCNT" val="4"/>
  <p:tag name="KSO_WM_DIAGRAM_MIN_ITEMCNT" val="2"/>
  <p:tag name="KSO_WM_DIAGRAM_VIRTUALLY_FRAME" val="{&quot;height&quot;:316.6677420883123,&quot;left&quot;:136.20905151367188,&quot;top&quot;:140.89646384430492,&quot;width&quot;:781.840948486328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VALUE" val="10"/>
  <p:tag name="KSO_WM_UNIT_TEXT_TYPE" val="1"/>
  <p:tag name="KSO_WM_UNIT_PRESET_TEXT" val="此处添加标题"/>
  <p:tag name="KSO_WM_UNIT_TEXT_FILL_FORE_SCHEMECOLOR_INDEX" val="1"/>
  <p:tag name="KSO_WM_UNIT_TEXT_FILL_TYPE" val="1"/>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48.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1964_2*l_h_a*1_2_1"/>
  <p:tag name="KSO_WM_TEMPLATE_CATEGORY" val="diagram"/>
  <p:tag name="KSO_WM_TEMPLATE_INDEX" val="20231964"/>
  <p:tag name="KSO_WM_UNIT_LAYERLEVEL" val="1_1_1"/>
  <p:tag name="KSO_WM_TAG_VERSION" val="3.0"/>
  <p:tag name="KSO_WM_BEAUTIFY_FLAG" val="#wm#"/>
  <p:tag name="KSO_WM_DIAGRAM_VERSION" val="3"/>
  <p:tag name="KSO_WM_DIAGRAM_COLOR_TRICK" val="2"/>
  <p:tag name="KSO_WM_DIAGRAM_COLOR_TEXT_CAN_REMOVE" val="n"/>
  <p:tag name="KSO_WM_DIAGRAM_MAX_ITEMCNT" val="4"/>
  <p:tag name="KSO_WM_DIAGRAM_MIN_ITEMCNT" val="2"/>
  <p:tag name="KSO_WM_DIAGRAM_VIRTUALLY_FRAME" val="{&quot;height&quot;:316.6677420883123,&quot;left&quot;:136.20905151367188,&quot;top&quot;:140.89646384430492,&quot;width&quot;:781.840948486328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6,&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此处添加标题"/>
  <p:tag name="KSO_WM_UNIT_TEXT_FILL_FORE_SCHEMECOLOR_INDEX" val="1"/>
  <p:tag name="KSO_WM_UNIT_TEXT_FILL_TYPE" val="1"/>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49.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231964_2*l_h_a*1_3_1"/>
  <p:tag name="KSO_WM_TEMPLATE_CATEGORY" val="diagram"/>
  <p:tag name="KSO_WM_TEMPLATE_INDEX" val="20231964"/>
  <p:tag name="KSO_WM_UNIT_LAYERLEVEL" val="1_1_1"/>
  <p:tag name="KSO_WM_TAG_VERSION" val="3.0"/>
  <p:tag name="KSO_WM_BEAUTIFY_FLAG" val="#wm#"/>
  <p:tag name="KSO_WM_DIAGRAM_VERSION" val="3"/>
  <p:tag name="KSO_WM_DIAGRAM_COLOR_TRICK" val="2"/>
  <p:tag name="KSO_WM_DIAGRAM_COLOR_TEXT_CAN_REMOVE" val="n"/>
  <p:tag name="KSO_WM_DIAGRAM_MAX_ITEMCNT" val="4"/>
  <p:tag name="KSO_WM_DIAGRAM_MIN_ITEMCNT" val="2"/>
  <p:tag name="KSO_WM_DIAGRAM_VIRTUALLY_FRAME" val="{&quot;height&quot;:316.6677420883123,&quot;left&quot;:136.20905151367188,&quot;top&quot;:140.89646384430492,&quot;width&quot;:781.840948486328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此处添加标题"/>
  <p:tag name="KSO_WM_UNIT_TEXT_FILL_FORE_SCHEMECOLOR_INDEX" val="1"/>
  <p:tag name="KSO_WM_UNIT_TEXT_FILL_TYPE" val="1"/>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50.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i*1_1"/>
  <p:tag name="KSO_WM_TEMPLATE_CATEGORY" val="diagram"/>
  <p:tag name="KSO_WM_TEMPLATE_INDEX" val="20236928"/>
  <p:tag name="KSO_WM_UNIT_LAYERLEVEL" val="1_1"/>
  <p:tag name="KSO_WM_TAG_VERSION" val="3.0"/>
  <p:tag name="KSO_WM_BEAUTIFY_FLAG" val="#wm#"/>
  <p:tag name="KSO_WM_DIAGRAM_GROUP_CODE" val="m1-1"/>
  <p:tag name="KSO_WM_UNIT_TYPE" val="m_i"/>
  <p:tag name="KSO_WM_UNIT_INDEX" val="1_1"/>
  <p:tag name="KSO_WM_DIAGRAM_VERSION" val="3"/>
  <p:tag name="KSO_WM_DIAGRAM_COLOR_TRICK" val="1"/>
  <p:tag name="KSO_WM_DIAGRAM_COLOR_TEXT_CAN_REMOVE" val="n"/>
  <p:tag name="KSO_WM_UNIT_LINE_FORE_SCHEMECOLOR_INDEX" val="5"/>
  <p:tag name="KSO_WM_DIAGRAM_MAX_ITEMCNT" val="8"/>
  <p:tag name="KSO_WM_DIAGRAM_MIN_ITEMCNT" val="4"/>
  <p:tag name="KSO_WM_DIAGRAM_COLOR_MATCH_VALUE" val="{&quot;shape&quot;:{&quot;fill&quot;:{&quot;type&quot;:0},&quot;glow&quot;:{&quot;colorType&quot;:0},&quot;line&quot;:{&quot;solidLine&quot;:{&quot;brightness&quot;:0,&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51.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i*1_2"/>
  <p:tag name="KSO_WM_TEMPLATE_CATEGORY" val="diagram"/>
  <p:tag name="KSO_WM_TEMPLATE_INDEX" val="20236928"/>
  <p:tag name="KSO_WM_UNIT_LAYERLEVEL" val="1_1"/>
  <p:tag name="KSO_WM_TAG_VERSION" val="3.0"/>
  <p:tag name="KSO_WM_BEAUTIFY_FLAG" val="#wm#"/>
  <p:tag name="KSO_WM_DIAGRAM_GROUP_CODE" val="m1-1"/>
  <p:tag name="KSO_WM_UNIT_TYPE" val="m_i"/>
  <p:tag name="KSO_WM_UNIT_INDEX" val="1_2"/>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52.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1_1"/>
  <p:tag name="KSO_WM_TEMPLATE_CATEGORY" val="diagram"/>
  <p:tag name="KSO_WM_TEMPLATE_INDEX" val="20236928"/>
  <p:tag name="KSO_WM_UNIT_LAYERLEVEL" val="1_1_1"/>
  <p:tag name="KSO_WM_TAG_VERSION" val="3.0"/>
  <p:tag name="KSO_WM_BEAUTIFY_FLAG" val="#wm#"/>
  <p:tag name="KSO_WM_DIAGRAM_GROUP_CODE" val="m1-1"/>
  <p:tag name="KSO_WM_UNIT_TYPE" val="m_h_i"/>
  <p:tag name="KSO_WM_UNIT_INDEX" val="1_1_1"/>
  <p:tag name="KSO_WM_DIAGRAM_VERSION" val="3"/>
  <p:tag name="KSO_WM_DIAGRAM_COLOR_TRICK" val="1"/>
  <p:tag name="KSO_WM_DIAGRAM_COLOR_TEXT_CAN_REMOVE" val="n"/>
  <p:tag name="KSO_WM_DIAGRAM_MAX_ITEMCNT" val="8"/>
  <p:tag name="KSO_WM_DIAGRAM_MIN_ITEMCNT" val="4"/>
  <p:tag name="KSO_WM_DIAGRAM_COLOR_MATCH_VALUE" val="{&quot;shape&quot;:{&quot;fill&quot;:{&quot;type&quot;:0},&quot;glow&quot;:{&quot;colorType&quot;:0},&quot;line&quot;:{&quot;gradient&quot;:[{&quot;brightness&quot;:0.4000000059604645,&quot;colorType&quot;:1,&quot;foreColorIndex&quot;:5,&quot;pos&quot;:0.09000000357627869,&quot;transparency&quot;:1},{&quot;brightness&quot;:0.4000000059604645,&quot;colorType&quot;:1,&quot;foreColorIndex&quot;:5,&quot;pos&quot;:1,&quot;transparency&quot;:0.4000000059604645}],&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53.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1_2"/>
  <p:tag name="KSO_WM_TEMPLATE_CATEGORY" val="diagram"/>
  <p:tag name="KSO_WM_TEMPLATE_INDEX" val="20236928"/>
  <p:tag name="KSO_WM_UNIT_LAYERLEVEL" val="1_1_1"/>
  <p:tag name="KSO_WM_TAG_VERSION" val="3.0"/>
  <p:tag name="KSO_WM_BEAUTIFY_FLAG" val="#wm#"/>
  <p:tag name="KSO_WM_DIAGRAM_GROUP_CODE" val="m1-1"/>
  <p:tag name="KSO_WM_UNIT_TYPE" val="m_h_i"/>
  <p:tag name="KSO_WM_UNIT_INDEX" val="1_1_2"/>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MAX_ITEMCNT" val="8"/>
  <p:tag name="KSO_WM_DIAGRAM_MIN_ITEMCNT" val="4"/>
  <p:tag name="KSO_WM_DIAGRAM_COLOR_MATCH_VALUE" val="{&quot;shape&quot;:{&quot;fill&quot;:{&quot;solid&quot;:{&quot;brightness&quot;:0,&quot;colorType&quot;:1,&quot;foreColorIndex&quot;:5,&quot;transparency&quot;:0},&quot;type&quot;:1},&quot;glow&quot;:{&quot;colorType&quot;:0},&quot;line&quot;:{&quot;solidLine&quot;:{&quot;brightness&quot;:0,&quot;colorType&quot;:2,&quot;rgb&quot;:&quot;#ffffff&quot;,&quot;transparency&quot;:0},&quot;type&quot;:1},&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54.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f*1_1_1"/>
  <p:tag name="KSO_WM_TEMPLATE_CATEGORY" val="diagram"/>
  <p:tag name="KSO_WM_TEMPLATE_INDEX" val="20236928"/>
  <p:tag name="KSO_WM_UNIT_LAYERLEVEL" val="1_1_1"/>
  <p:tag name="KSO_WM_TAG_VERSION" val="3.0"/>
  <p:tag name="KSO_WM_BEAUTIFY_FLAG" val="#wm#"/>
  <p:tag name="KSO_WM_UNIT_SUBTYPE" val="a"/>
  <p:tag name="KSO_WM_UNIT_NOCLEAR" val="0"/>
  <p:tag name="KSO_WM_DIAGRAM_GROUP_CODE" val="m1-1"/>
  <p:tag name="KSO_WM_UNIT_TYPE" val="m_h_f"/>
  <p:tag name="KSO_WM_UNIT_INDEX" val="1_1_1"/>
  <p:tag name="KSO_WM_DIAGRAM_VERSION" val="3"/>
  <p:tag name="KSO_WM_DIAGRAM_COLOR_TRICK" val="1"/>
  <p:tag name="KSO_WM_DIAGRAM_COLOR_TEXT_CAN_REMOVE" val="n"/>
  <p:tag name="KSO_WM_UNIT_PRESET_TEXT" val="单击输入项正文，文字是您思想的提炼，请言简意赅的阐述观点。&#10;"/>
  <p:tag name="KSO_WM_UNIT_TEXT_FILL_FORE_SCHEMECOLOR_INDEX" val="1"/>
  <p:tag name="KSO_WM_UNIT_TEXT_FILL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55.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1_3"/>
  <p:tag name="KSO_WM_TEMPLATE_CATEGORY" val="diagram"/>
  <p:tag name="KSO_WM_TEMPLATE_INDEX" val="20236928"/>
  <p:tag name="KSO_WM_UNIT_LAYERLEVEL" val="1_1_1"/>
  <p:tag name="KSO_WM_TAG_VERSION" val="3.0"/>
  <p:tag name="KSO_WM_BEAUTIFY_FLAG" val="#wm#"/>
  <p:tag name="KSO_WM_DIAGRAM_GROUP_CODE" val="m1-1"/>
  <p:tag name="KSO_WM_UNIT_SUBTYPE" val="nb"/>
  <p:tag name="KSO_WM_UNIT_TYPE" val="m_h_i"/>
  <p:tag name="KSO_WM_UNIT_INDEX" val="1_1_3"/>
  <p:tag name="KSO_WM_DIAGRAM_VERSION" val="3"/>
  <p:tag name="KSO_WM_DIAGRAM_COLOR_TRICK" val="1"/>
  <p:tag name="KSO_WM_DIAGRAM_COLOR_TEXT_CAN_REMOVE" val="n"/>
  <p:tag name="KSO_WM_UNIT_TEXT_FILL_FORE_SCHEMECOLOR_INDEX" val="1"/>
  <p:tag name="KSO_WM_UNIT_TEXT_FILL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56.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3_1"/>
  <p:tag name="KSO_WM_TEMPLATE_CATEGORY" val="diagram"/>
  <p:tag name="KSO_WM_TEMPLATE_INDEX" val="20236928"/>
  <p:tag name="KSO_WM_UNIT_LAYERLEVEL" val="1_1_1"/>
  <p:tag name="KSO_WM_TAG_VERSION" val="3.0"/>
  <p:tag name="KSO_WM_BEAUTIFY_FLAG" val="#wm#"/>
  <p:tag name="KSO_WM_DIAGRAM_GROUP_CODE" val="m1-1"/>
  <p:tag name="KSO_WM_UNIT_TYPE" val="m_h_i"/>
  <p:tag name="KSO_WM_UNIT_INDEX" val="1_3_1"/>
  <p:tag name="KSO_WM_DIAGRAM_VERSION" val="3"/>
  <p:tag name="KSO_WM_DIAGRAM_COLOR_TRICK" val="1"/>
  <p:tag name="KSO_WM_DIAGRAM_COLOR_TEXT_CAN_REMOVE" val="n"/>
  <p:tag name="KSO_WM_DIAGRAM_MAX_ITEMCNT" val="8"/>
  <p:tag name="KSO_WM_DIAGRAM_MIN_ITEMCNT" val="4"/>
  <p:tag name="KSO_WM_DIAGRAM_COLOR_MATCH_VALUE" val="{&quot;shape&quot;:{&quot;fill&quot;:{&quot;type&quot;:0},&quot;glow&quot;:{&quot;colorType&quot;:0},&quot;line&quot;:{&quot;gradient&quot;:[{&quot;brightness&quot;:0.4000000059604645,&quot;colorType&quot;:1,&quot;foreColorIndex&quot;:5,&quot;pos&quot;:0.09000000357627869,&quot;transparency&quot;:1},{&quot;brightness&quot;:0.4000000059604645,&quot;colorType&quot;:1,&quot;foreColorIndex&quot;:5,&quot;pos&quot;:1,&quot;transparency&quot;:0.4000000059604645}],&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57.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3_2"/>
  <p:tag name="KSO_WM_TEMPLATE_CATEGORY" val="diagram"/>
  <p:tag name="KSO_WM_TEMPLATE_INDEX" val="20236928"/>
  <p:tag name="KSO_WM_UNIT_LAYERLEVEL" val="1_1_1"/>
  <p:tag name="KSO_WM_TAG_VERSION" val="3.0"/>
  <p:tag name="KSO_WM_BEAUTIFY_FLAG" val="#wm#"/>
  <p:tag name="KSO_WM_DIAGRAM_GROUP_CODE" val="m1-1"/>
  <p:tag name="KSO_WM_UNIT_TYPE" val="m_h_i"/>
  <p:tag name="KSO_WM_UNIT_INDEX" val="1_3_2"/>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MAX_ITEMCNT" val="8"/>
  <p:tag name="KSO_WM_DIAGRAM_MIN_ITEMCNT" val="4"/>
  <p:tag name="KSO_WM_DIAGRAM_COLOR_MATCH_VALUE" val="{&quot;shape&quot;:{&quot;fill&quot;:{&quot;solid&quot;:{&quot;brightness&quot;:0,&quot;colorType&quot;:1,&quot;foreColorIndex&quot;:5,&quot;transparency&quot;:0},&quot;type&quot;:1},&quot;glow&quot;:{&quot;colorType&quot;:0},&quot;line&quot;:{&quot;solidLine&quot;:{&quot;brightness&quot;:0,&quot;colorType&quot;:2,&quot;rgb&quot;:&quot;#ffffff&quot;,&quot;transparency&quot;:0},&quot;type&quot;:1},&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58.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f*1_3_1"/>
  <p:tag name="KSO_WM_TEMPLATE_CATEGORY" val="diagram"/>
  <p:tag name="KSO_WM_TEMPLATE_INDEX" val="20236928"/>
  <p:tag name="KSO_WM_UNIT_LAYERLEVEL" val="1_1_1"/>
  <p:tag name="KSO_WM_TAG_VERSION" val="3.0"/>
  <p:tag name="KSO_WM_BEAUTIFY_FLAG" val="#wm#"/>
  <p:tag name="KSO_WM_UNIT_SUBTYPE" val="a"/>
  <p:tag name="KSO_WM_UNIT_NOCLEAR" val="0"/>
  <p:tag name="KSO_WM_DIAGRAM_GROUP_CODE" val="m1-1"/>
  <p:tag name="KSO_WM_UNIT_TYPE" val="m_h_f"/>
  <p:tag name="KSO_WM_UNIT_INDEX" val="1_3_1"/>
  <p:tag name="KSO_WM_DIAGRAM_VERSION" val="3"/>
  <p:tag name="KSO_WM_DIAGRAM_COLOR_TRICK" val="1"/>
  <p:tag name="KSO_WM_DIAGRAM_COLOR_TEXT_CAN_REMOVE" val="n"/>
  <p:tag name="KSO_WM_UNIT_PRESET_TEXT" val="单击输入项正文，文字是您思想的提炼，请言简意赅的阐述观点。&#10;"/>
  <p:tag name="KSO_WM_UNIT_TEXT_FILL_FORE_SCHEMECOLOR_INDEX" val="1"/>
  <p:tag name="KSO_WM_UNIT_TEXT_FILL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59.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3_3"/>
  <p:tag name="KSO_WM_TEMPLATE_CATEGORY" val="diagram"/>
  <p:tag name="KSO_WM_TEMPLATE_INDEX" val="20236928"/>
  <p:tag name="KSO_WM_UNIT_LAYERLEVEL" val="1_1_1"/>
  <p:tag name="KSO_WM_TAG_VERSION" val="3.0"/>
  <p:tag name="KSO_WM_BEAUTIFY_FLAG" val="#wm#"/>
  <p:tag name="KSO_WM_DIAGRAM_GROUP_CODE" val="m1-1"/>
  <p:tag name="KSO_WM_UNIT_SUBTYPE" val="nb"/>
  <p:tag name="KSO_WM_UNIT_TYPE" val="m_h_i"/>
  <p:tag name="KSO_WM_UNIT_INDEX" val="1_3_3"/>
  <p:tag name="KSO_WM_DIAGRAM_VERSION" val="3"/>
  <p:tag name="KSO_WM_DIAGRAM_COLOR_TRICK" val="1"/>
  <p:tag name="KSO_WM_DIAGRAM_COLOR_TEXT_CAN_REMOVE" val="n"/>
  <p:tag name="KSO_WM_UNIT_TEXT_FILL_FORE_SCHEMECOLOR_INDEX" val="1"/>
  <p:tag name="KSO_WM_UNIT_TEXT_FILL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60.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2_1"/>
  <p:tag name="KSO_WM_TEMPLATE_CATEGORY" val="diagram"/>
  <p:tag name="KSO_WM_TEMPLATE_INDEX" val="20236928"/>
  <p:tag name="KSO_WM_UNIT_LAYERLEVEL" val="1_1_1"/>
  <p:tag name="KSO_WM_TAG_VERSION" val="3.0"/>
  <p:tag name="KSO_WM_BEAUTIFY_FLAG" val="#wm#"/>
  <p:tag name="KSO_WM_DIAGRAM_GROUP_CODE" val="m1-1"/>
  <p:tag name="KSO_WM_UNIT_TYPE" val="m_h_i"/>
  <p:tag name="KSO_WM_UNIT_INDEX" val="1_2_1"/>
  <p:tag name="KSO_WM_DIAGRAM_VERSION" val="3"/>
  <p:tag name="KSO_WM_DIAGRAM_COLOR_TRICK" val="1"/>
  <p:tag name="KSO_WM_DIAGRAM_COLOR_TEXT_CAN_REMOVE" val="n"/>
  <p:tag name="KSO_WM_DIAGRAM_MAX_ITEMCNT" val="8"/>
  <p:tag name="KSO_WM_DIAGRAM_MIN_ITEMCNT" val="4"/>
  <p:tag name="KSO_WM_DIAGRAM_COLOR_MATCH_VALUE" val="{&quot;shape&quot;:{&quot;fill&quot;:{&quot;type&quot;:0},&quot;glow&quot;:{&quot;colorType&quot;:0},&quot;line&quot;:{&quot;gradient&quot;:[{&quot;brightness&quot;:0.4000000059604645,&quot;colorType&quot;:1,&quot;foreColorIndex&quot;:5,&quot;pos&quot;:0.09000000357627869,&quot;transparency&quot;:1},{&quot;brightness&quot;:0.4000000059604645,&quot;colorType&quot;:1,&quot;foreColorIndex&quot;:5,&quot;pos&quot;:1,&quot;transparency&quot;:0.4000000059604645}],&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61.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2_2"/>
  <p:tag name="KSO_WM_TEMPLATE_CATEGORY" val="diagram"/>
  <p:tag name="KSO_WM_TEMPLATE_INDEX" val="20236928"/>
  <p:tag name="KSO_WM_UNIT_LAYERLEVEL" val="1_1_1"/>
  <p:tag name="KSO_WM_TAG_VERSION" val="3.0"/>
  <p:tag name="KSO_WM_BEAUTIFY_FLAG" val="#wm#"/>
  <p:tag name="KSO_WM_DIAGRAM_GROUP_CODE" val="m1-1"/>
  <p:tag name="KSO_WM_UNIT_TYPE" val="m_h_i"/>
  <p:tag name="KSO_WM_UNIT_INDEX" val="1_2_2"/>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MAX_ITEMCNT" val="8"/>
  <p:tag name="KSO_WM_DIAGRAM_MIN_ITEMCNT" val="4"/>
  <p:tag name="KSO_WM_DIAGRAM_COLOR_MATCH_VALUE" val="{&quot;shape&quot;:{&quot;fill&quot;:{&quot;solid&quot;:{&quot;brightness&quot;:0,&quot;colorType&quot;:1,&quot;foreColorIndex&quot;:5,&quot;transparency&quot;:0},&quot;type&quot;:1},&quot;glow&quot;:{&quot;colorType&quot;:0},&quot;line&quot;:{&quot;solidLine&quot;:{&quot;brightness&quot;:0,&quot;colorType&quot;:2,&quot;rgb&quot;:&quot;#ffffff&quot;,&quot;transparency&quot;:0},&quot;type&quot;:1},&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62.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f*1_2_1"/>
  <p:tag name="KSO_WM_TEMPLATE_CATEGORY" val="diagram"/>
  <p:tag name="KSO_WM_TEMPLATE_INDEX" val="20236928"/>
  <p:tag name="KSO_WM_UNIT_LAYERLEVEL" val="1_1_1"/>
  <p:tag name="KSO_WM_TAG_VERSION" val="3.0"/>
  <p:tag name="KSO_WM_BEAUTIFY_FLAG" val="#wm#"/>
  <p:tag name="KSO_WM_UNIT_SUBTYPE" val="a"/>
  <p:tag name="KSO_WM_UNIT_NOCLEAR" val="0"/>
  <p:tag name="KSO_WM_DIAGRAM_GROUP_CODE" val="m1-1"/>
  <p:tag name="KSO_WM_UNIT_TYPE" val="m_h_f"/>
  <p:tag name="KSO_WM_UNIT_INDEX" val="1_2_1"/>
  <p:tag name="KSO_WM_DIAGRAM_VERSION" val="3"/>
  <p:tag name="KSO_WM_DIAGRAM_COLOR_TRICK" val="1"/>
  <p:tag name="KSO_WM_DIAGRAM_COLOR_TEXT_CAN_REMOVE" val="n"/>
  <p:tag name="KSO_WM_UNIT_PRESET_TEXT" val="单击输入项正文，文字是您思想的提炼，请言简意赅的阐述观点。&#10;"/>
  <p:tag name="KSO_WM_UNIT_TEXT_FILL_FORE_SCHEMECOLOR_INDEX" val="1"/>
  <p:tag name="KSO_WM_UNIT_TEXT_FILL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63.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2_3"/>
  <p:tag name="KSO_WM_TEMPLATE_CATEGORY" val="diagram"/>
  <p:tag name="KSO_WM_TEMPLATE_INDEX" val="20236928"/>
  <p:tag name="KSO_WM_UNIT_LAYERLEVEL" val="1_1_1"/>
  <p:tag name="KSO_WM_TAG_VERSION" val="3.0"/>
  <p:tag name="KSO_WM_BEAUTIFY_FLAG" val="#wm#"/>
  <p:tag name="KSO_WM_DIAGRAM_GROUP_CODE" val="m1-1"/>
  <p:tag name="KSO_WM_UNIT_SUBTYPE" val="nb"/>
  <p:tag name="KSO_WM_UNIT_TYPE" val="m_h_i"/>
  <p:tag name="KSO_WM_UNIT_INDEX" val="1_2_3"/>
  <p:tag name="KSO_WM_DIAGRAM_VERSION" val="3"/>
  <p:tag name="KSO_WM_DIAGRAM_COLOR_TRICK" val="1"/>
  <p:tag name="KSO_WM_DIAGRAM_COLOR_TEXT_CAN_REMOVE" val="n"/>
  <p:tag name="KSO_WM_UNIT_TEXT_FILL_FORE_SCHEMECOLOR_INDEX" val="1"/>
  <p:tag name="KSO_WM_UNIT_TEXT_FILL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64.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4_1"/>
  <p:tag name="KSO_WM_TEMPLATE_CATEGORY" val="diagram"/>
  <p:tag name="KSO_WM_TEMPLATE_INDEX" val="20236928"/>
  <p:tag name="KSO_WM_UNIT_LAYERLEVEL" val="1_1_1"/>
  <p:tag name="KSO_WM_TAG_VERSION" val="3.0"/>
  <p:tag name="KSO_WM_BEAUTIFY_FLAG" val="#wm#"/>
  <p:tag name="KSO_WM_DIAGRAM_GROUP_CODE" val="m1-1"/>
  <p:tag name="KSO_WM_UNIT_TYPE" val="m_h_i"/>
  <p:tag name="KSO_WM_UNIT_INDEX" val="1_4_1"/>
  <p:tag name="KSO_WM_DIAGRAM_VERSION" val="3"/>
  <p:tag name="KSO_WM_DIAGRAM_COLOR_TRICK" val="1"/>
  <p:tag name="KSO_WM_DIAGRAM_COLOR_TEXT_CAN_REMOVE" val="n"/>
  <p:tag name="KSO_WM_DIAGRAM_MAX_ITEMCNT" val="8"/>
  <p:tag name="KSO_WM_DIAGRAM_MIN_ITEMCNT" val="4"/>
  <p:tag name="KSO_WM_DIAGRAM_COLOR_MATCH_VALUE" val="{&quot;shape&quot;:{&quot;fill&quot;:{&quot;type&quot;:0},&quot;glow&quot;:{&quot;colorType&quot;:0},&quot;line&quot;:{&quot;gradient&quot;:[{&quot;brightness&quot;:0.4000000059604645,&quot;colorType&quot;:1,&quot;foreColorIndex&quot;:5,&quot;pos&quot;:0.09000000357627869,&quot;transparency&quot;:1},{&quot;brightness&quot;:0.4000000059604645,&quot;colorType&quot;:1,&quot;foreColorIndex&quot;:5,&quot;pos&quot;:1,&quot;transparency&quot;:0.4000000059604645}],&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65.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4_2"/>
  <p:tag name="KSO_WM_TEMPLATE_CATEGORY" val="diagram"/>
  <p:tag name="KSO_WM_TEMPLATE_INDEX" val="20236928"/>
  <p:tag name="KSO_WM_UNIT_LAYERLEVEL" val="1_1_1"/>
  <p:tag name="KSO_WM_TAG_VERSION" val="3.0"/>
  <p:tag name="KSO_WM_BEAUTIFY_FLAG" val="#wm#"/>
  <p:tag name="KSO_WM_DIAGRAM_GROUP_CODE" val="m1-1"/>
  <p:tag name="KSO_WM_UNIT_TYPE" val="m_h_i"/>
  <p:tag name="KSO_WM_UNIT_INDEX" val="1_4_2"/>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MAX_ITEMCNT" val="8"/>
  <p:tag name="KSO_WM_DIAGRAM_MIN_ITEMCNT" val="4"/>
  <p:tag name="KSO_WM_DIAGRAM_COLOR_MATCH_VALUE" val="{&quot;shape&quot;:{&quot;fill&quot;:{&quot;solid&quot;:{&quot;brightness&quot;:0,&quot;colorType&quot;:1,&quot;foreColorIndex&quot;:5,&quot;transparency&quot;:0},&quot;type&quot;:1},&quot;glow&quot;:{&quot;colorType&quot;:0},&quot;line&quot;:{&quot;solidLine&quot;:{&quot;brightness&quot;:0,&quot;colorType&quot;:2,&quot;rgb&quot;:&quot;#ffffff&quot;,&quot;transparency&quot;:0},&quot;type&quot;:1},&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66.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f*1_4_1"/>
  <p:tag name="KSO_WM_TEMPLATE_CATEGORY" val="diagram"/>
  <p:tag name="KSO_WM_TEMPLATE_INDEX" val="20236928"/>
  <p:tag name="KSO_WM_UNIT_LAYERLEVEL" val="1_1_1"/>
  <p:tag name="KSO_WM_TAG_VERSION" val="3.0"/>
  <p:tag name="KSO_WM_BEAUTIFY_FLAG" val="#wm#"/>
  <p:tag name="KSO_WM_UNIT_SUBTYPE" val="a"/>
  <p:tag name="KSO_WM_UNIT_NOCLEAR" val="0"/>
  <p:tag name="KSO_WM_DIAGRAM_GROUP_CODE" val="m1-1"/>
  <p:tag name="KSO_WM_UNIT_TYPE" val="m_h_f"/>
  <p:tag name="KSO_WM_UNIT_INDEX" val="1_4_1"/>
  <p:tag name="KSO_WM_DIAGRAM_VERSION" val="3"/>
  <p:tag name="KSO_WM_DIAGRAM_COLOR_TRICK" val="1"/>
  <p:tag name="KSO_WM_DIAGRAM_COLOR_TEXT_CAN_REMOVE" val="n"/>
  <p:tag name="KSO_WM_UNIT_PRESET_TEXT" val="单击输入项正文，文字是您思想的提炼，请言简意赅的阐述观点。&#10;"/>
  <p:tag name="KSO_WM_UNIT_TEXT_FILL_FORE_SCHEMECOLOR_INDEX" val="1"/>
  <p:tag name="KSO_WM_UNIT_TEXT_FILL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67.xml><?xml version="1.0" encoding="utf-8"?>
<p:tagLst xmlns:p="http://schemas.openxmlformats.org/presentationml/2006/main">
  <p:tag name="KSO_WM_DIAGRAM_VIRTUALLY_FRAME" val="{&quot;height&quot;:218.45007874015755,&quot;left&quot;:134.9365661621094,&quot;top&quot;:164.8,&quot;width&quot;:808.8768676757812}"/>
  <p:tag name="KSO_WM_UNIT_HIGHLIGHT" val="0"/>
  <p:tag name="KSO_WM_UNIT_COMPATIBLE" val="0"/>
  <p:tag name="KSO_WM_UNIT_DIAGRAM_ISNUMVISUAL" val="0"/>
  <p:tag name="KSO_WM_UNIT_DIAGRAM_ISREFERUNIT" val="0"/>
  <p:tag name="KSO_WM_UNIT_ID" val="diagram20236928_1*m_h_i*1_4_3"/>
  <p:tag name="KSO_WM_TEMPLATE_CATEGORY" val="diagram"/>
  <p:tag name="KSO_WM_TEMPLATE_INDEX" val="20236928"/>
  <p:tag name="KSO_WM_UNIT_LAYERLEVEL" val="1_1_1"/>
  <p:tag name="KSO_WM_TAG_VERSION" val="3.0"/>
  <p:tag name="KSO_WM_BEAUTIFY_FLAG" val="#wm#"/>
  <p:tag name="KSO_WM_DIAGRAM_GROUP_CODE" val="m1-1"/>
  <p:tag name="KSO_WM_UNIT_SUBTYPE" val="nb"/>
  <p:tag name="KSO_WM_UNIT_TYPE" val="m_h_i"/>
  <p:tag name="KSO_WM_UNIT_INDEX" val="1_4_3"/>
  <p:tag name="KSO_WM_DIAGRAM_VERSION" val="3"/>
  <p:tag name="KSO_WM_DIAGRAM_COLOR_TRICK" val="1"/>
  <p:tag name="KSO_WM_DIAGRAM_COLOR_TEXT_CAN_REMOVE" val="n"/>
  <p:tag name="KSO_WM_UNIT_TEXT_FILL_FORE_SCHEMECOLOR_INDEX" val="1"/>
  <p:tag name="KSO_WM_UNIT_TEXT_FILL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5,6,5,6,5,6],&quot;theme_colors&quot;:[&quot;#000000&quot;,&quot;#ffffff&quot;,&quot;#3e0000&quot;,&quot;#ffffff&quot;,&quot;#930000&quot;,&quot;#ce2600&quot;,&quot;#f43e06&quot;,&quot;#ff693e&quot;,&quot;#ff8359&quot;,&quot;#ff9e73&quot;,&quot;#0026e5&quot;,&quot;#7e1fad&quot;]}"/>
</p:tagLst>
</file>

<file path=ppt/tags/tag68.xml><?xml version="1.0" encoding="utf-8"?>
<p:tagLst xmlns:p="http://schemas.openxmlformats.org/presentationml/2006/main">
  <p:tag name="KSO_WM_DIAGRAM_VIRTUALLY_FRAME" val="{&quot;height&quot;:322.56000000000006,&quot;left&quot;:0,&quot;top&quot;:181.44,&quot;width&quot;:911.5199999999999}"/>
</p:tagLst>
</file>

<file path=ppt/tags/tag69.xml><?xml version="1.0" encoding="utf-8"?>
<p:tagLst xmlns:p="http://schemas.openxmlformats.org/presentationml/2006/main">
  <p:tag name="KSO_WM_DIAGRAM_VIRTUALLY_FRAME" val="{&quot;height&quot;:322.56000000000006,&quot;left&quot;:0,&quot;top&quot;:181.44,&quot;width&quot;:911.5199999999999}"/>
</p:tagLst>
</file>

<file path=ppt/tags/tag70.xml><?xml version="1.0" encoding="utf-8"?>
<p:tagLst xmlns:p="http://schemas.openxmlformats.org/presentationml/2006/main">
  <p:tag name="KSO_WM_DIAGRAM_VIRTUALLY_FRAME" val="{&quot;height&quot;:322.56000000000006,&quot;left&quot;:0,&quot;top&quot;:181.44,&quot;width&quot;:911.5199999999999}"/>
</p:tagLst>
</file>

<file path=ppt/tags/tag71.xml><?xml version="1.0" encoding="utf-8"?>
<p:tagLst xmlns:p="http://schemas.openxmlformats.org/presentationml/2006/main">
  <p:tag name="KSO_WM_DIAGRAM_VIRTUALLY_FRAME" val="{&quot;height&quot;:322.56000000000006,&quot;left&quot;:0,&quot;top&quot;:181.44,&quot;width&quot;:911.5199999999999}"/>
</p:tagLst>
</file>

<file path=ppt/tags/tag72.xml><?xml version="1.0" encoding="utf-8"?>
<p:tagLst xmlns:p="http://schemas.openxmlformats.org/presentationml/2006/main">
  <p:tag name="KSO_WM_DIAGRAM_VIRTUALLY_FRAME" val="{&quot;height&quot;:322.56000000000006,&quot;left&quot;:0,&quot;top&quot;:181.44,&quot;width&quot;:911.5199999999999}"/>
</p:tagLst>
</file>

<file path=ppt/tags/tag73.xml><?xml version="1.0" encoding="utf-8"?>
<p:tagLst xmlns:p="http://schemas.openxmlformats.org/presentationml/2006/main">
  <p:tag name="KSO_WM_DIAGRAM_VIRTUALLY_FRAME" val="{&quot;height&quot;:322.56000000000006,&quot;left&quot;:0,&quot;top&quot;:181.44,&quot;width&quot;:911.5199999999999}"/>
</p:tagLst>
</file>

<file path=ppt/tags/tag74.xml><?xml version="1.0" encoding="utf-8"?>
<p:tagLst xmlns:p="http://schemas.openxmlformats.org/presentationml/2006/main">
  <p:tag name="KSO_WM_DIAGRAM_VIRTUALLY_FRAME" val="{&quot;height&quot;:322.56000000000006,&quot;left&quot;:0,&quot;top&quot;:181.44,&quot;width&quot;:911.5199999999999}"/>
</p:tagLst>
</file>

<file path=ppt/tags/tag75.xml><?xml version="1.0" encoding="utf-8"?>
<p:tagLst xmlns:p="http://schemas.openxmlformats.org/presentationml/2006/main">
  <p:tag name="KSO_WM_DIAGRAM_VIRTUALLY_FRAME" val="{&quot;height&quot;:322.56000000000006,&quot;left&quot;:0,&quot;top&quot;:181.44,&quot;width&quot;:911.5199999999999}"/>
</p:tagLst>
</file>

<file path=ppt/tags/tag76.xml><?xml version="1.0" encoding="utf-8"?>
<p:tagLst xmlns:p="http://schemas.openxmlformats.org/presentationml/2006/main">
  <p:tag name="KSO_WM_DIAGRAM_VIRTUALLY_FRAME" val="{&quot;height&quot;:322.56000000000006,&quot;left&quot;:0,&quot;top&quot;:181.44,&quot;width&quot;:911.5199999999999}"/>
</p:tagLst>
</file>

<file path=ppt/tags/tag77.xml><?xml version="1.0" encoding="utf-8"?>
<p:tagLst xmlns:p="http://schemas.openxmlformats.org/presentationml/2006/main">
  <p:tag name="KSO_WM_DIAGRAM_VIRTUALLY_FRAME" val="{&quot;height&quot;:322.56000000000006,&quot;left&quot;:0,&quot;top&quot;:181.44,&quot;width&quot;:911.5199999999999}"/>
</p:tagLst>
</file>

<file path=ppt/tags/tag78.xml><?xml version="1.0" encoding="utf-8"?>
<p:tagLst xmlns:p="http://schemas.openxmlformats.org/presentationml/2006/main">
  <p:tag name="KSO_WM_DIAGRAM_VIRTUALLY_FRAME" val="{&quot;height&quot;:322.56000000000006,&quot;left&quot;:0,&quot;top&quot;:181.44,&quot;width&quot;:911.5199999999999}"/>
</p:tagLst>
</file>

<file path=ppt/tags/tag79.xml><?xml version="1.0" encoding="utf-8"?>
<p:tagLst xmlns:p="http://schemas.openxmlformats.org/presentationml/2006/main">
  <p:tag name="KSO_WM_DIAGRAM_VIRTUALLY_FRAME" val="{&quot;height&quot;:322.56000000000006,&quot;left&quot;:0,&quot;top&quot;:181.44,&quot;width&quot;:911.5199999999999}"/>
</p:tagLst>
</file>

<file path=ppt/tags/tag80.xml><?xml version="1.0" encoding="utf-8"?>
<p:tagLst xmlns:p="http://schemas.openxmlformats.org/presentationml/2006/main">
  <p:tag name="KSO_WM_DIAGRAM_VIRTUALLY_FRAME" val="{&quot;height&quot;:322.56000000000006,&quot;left&quot;:0,&quot;top&quot;:181.44,&quot;width&quot;:911.5199999999999}"/>
</p:tagLst>
</file>

<file path=ppt/tags/tag81.xml><?xml version="1.0" encoding="utf-8"?>
<p:tagLst xmlns:p="http://schemas.openxmlformats.org/presentationml/2006/main">
  <p:tag name="KSO_WM_DIAGRAM_VIRTUALLY_FRAME" val="{&quot;height&quot;:322.56000000000006,&quot;left&quot;:0,&quot;top&quot;:181.44,&quot;width&quot;:911.5199999999999}"/>
</p:tagLst>
</file>

<file path=ppt/tags/tag82.xml><?xml version="1.0" encoding="utf-8"?>
<p:tagLst xmlns:p="http://schemas.openxmlformats.org/presentationml/2006/main">
  <p:tag name="KSO_WM_DIAGRAM_VIRTUALLY_FRAME" val="{&quot;height&quot;:322.56000000000006,&quot;left&quot;:0,&quot;top&quot;:181.44,&quot;width&quot;:911.5199999999999}"/>
</p:tagLst>
</file>

<file path=ppt/tags/tag83.xml><?xml version="1.0" encoding="utf-8"?>
<p:tagLst xmlns:p="http://schemas.openxmlformats.org/presentationml/2006/main">
  <p:tag name="KSO_WM_DIAGRAM_VIRTUALLY_FRAME" val="{&quot;height&quot;:322.56000000000006,&quot;left&quot;:0,&quot;top&quot;:181.44,&quot;width&quot;:911.5199999999999}"/>
</p:tagLst>
</file>

<file path=ppt/tags/tag84.xml><?xml version="1.0" encoding="utf-8"?>
<p:tagLst xmlns:p="http://schemas.openxmlformats.org/presentationml/2006/main">
  <p:tag name="KSO_WM_DIAGRAM_VIRTUALLY_FRAME" val="{&quot;height&quot;:322.56000000000006,&quot;left&quot;:0,&quot;top&quot;:181.44,&quot;width&quot;:911.5199999999999}"/>
</p:tagLst>
</file>

<file path=ppt/tags/tag85.xml><?xml version="1.0" encoding="utf-8"?>
<p:tagLst xmlns:p="http://schemas.openxmlformats.org/presentationml/2006/main">
  <p:tag name="KSO_WM_DIAGRAM_VIRTUALLY_FRAME" val="{&quot;height&quot;:322.56000000000006,&quot;left&quot;:0,&quot;top&quot;:181.44,&quot;width&quot;:911.5199999999999}"/>
</p:tagLst>
</file>

<file path=ppt/tags/tag86.xml><?xml version="1.0" encoding="utf-8"?>
<p:tagLst xmlns:p="http://schemas.openxmlformats.org/presentationml/2006/main">
  <p:tag name="KSO_WM_DIAGRAM_VIRTUALLY_FRAME" val="{&quot;height&quot;:322.56000000000006,&quot;left&quot;:0,&quot;top&quot;:181.44,&quot;width&quot;:911.5199999999999}"/>
</p:tagLst>
</file>

<file path=ppt/tags/tag87.xml><?xml version="1.0" encoding="utf-8"?>
<p:tagLst xmlns:p="http://schemas.openxmlformats.org/presentationml/2006/main">
  <p:tag name="KSO_WM_DIAGRAM_VIRTUALLY_FRAME" val="{&quot;height&quot;:322.56000000000006,&quot;left&quot;:0,&quot;top&quot;:181.44,&quot;width&quot;:911.5199999999999}"/>
</p:tagLst>
</file>

<file path=ppt/tags/tag88.xml><?xml version="1.0" encoding="utf-8"?>
<p:tagLst xmlns:p="http://schemas.openxmlformats.org/presentationml/2006/main">
  <p:tag name="KSO_WM_DIAGRAM_VIRTUALLY_FRAME" val="{&quot;height&quot;:322.56000000000006,&quot;left&quot;:0,&quot;top&quot;:181.44,&quot;width&quot;:911.5199999999999}"/>
</p:tagLst>
</file>

<file path=ppt/tags/tag89.xml><?xml version="1.0" encoding="utf-8"?>
<p:tagLst xmlns:p="http://schemas.openxmlformats.org/presentationml/2006/main">
  <p:tag name="KSO_WM_DIAGRAM_VIRTUALLY_FRAME" val="{&quot;height&quot;:322.56000000000006,&quot;left&quot;:0,&quot;top&quot;:181.44,&quot;width&quot;:911.5199999999999}"/>
</p:tagLst>
</file>

<file path=ppt/tags/tag90.xml><?xml version="1.0" encoding="utf-8"?>
<p:tagLst xmlns:p="http://schemas.openxmlformats.org/presentationml/2006/main">
  <p:tag name="KSO_WM_DIAGRAM_VIRTUALLY_FRAME" val="{&quot;height&quot;:322.56000000000006,&quot;left&quot;:0,&quot;top&quot;:181.44,&quot;width&quot;:911.5199999999999}"/>
</p:tagLst>
</file>

<file path=ppt/tags/tag91.xml><?xml version="1.0" encoding="utf-8"?>
<p:tagLst xmlns:p="http://schemas.openxmlformats.org/presentationml/2006/main">
  <p:tag name="KSO_WM_DIAGRAM_VIRTUALLY_FRAME" val="{&quot;height&quot;:322.56000000000006,&quot;left&quot;:0,&quot;top&quot;:181.44,&quot;width&quot;:911.5199999999999}"/>
</p:tagLst>
</file>

<file path=ppt/tags/tag92.xml><?xml version="1.0" encoding="utf-8"?>
<p:tagLst xmlns:p="http://schemas.openxmlformats.org/presentationml/2006/main">
  <p:tag name="KSO_WM_DIAGRAM_VIRTUALLY_FRAME" val="{&quot;height&quot;:322.56000000000006,&quot;left&quot;:0,&quot;top&quot;:181.44,&quot;width&quot;:911.5199999999999}"/>
</p:tagLst>
</file>

<file path=ppt/tags/tag93.xml><?xml version="1.0" encoding="utf-8"?>
<p:tagLst xmlns:p="http://schemas.openxmlformats.org/presentationml/2006/main">
  <p:tag name="KSO_WM_DIAGRAM_VIRTUALLY_FRAME" val="{&quot;height&quot;:322.56000000000006,&quot;left&quot;:0,&quot;top&quot;:181.44,&quot;width&quot;:911.5199999999999}"/>
</p:tagLst>
</file>

<file path=ppt/tags/tag94.xml><?xml version="1.0" encoding="utf-8"?>
<p:tagLst xmlns:p="http://schemas.openxmlformats.org/presentationml/2006/main">
  <p:tag name="KSO_WM_DIAGRAM_VIRTUALLY_FRAME" val="{&quot;height&quot;:322.56000000000006,&quot;left&quot;:0,&quot;top&quot;:181.44,&quot;width&quot;:911.5199999999999}"/>
</p:tagLst>
</file>

<file path=ppt/tags/tag95.xml><?xml version="1.0" encoding="utf-8"?>
<p:tagLst xmlns:p="http://schemas.openxmlformats.org/presentationml/2006/main">
  <p:tag name="KSO_WM_DIAGRAM_VIRTUALLY_FRAME" val="{&quot;height&quot;:322.56000000000006,&quot;left&quot;:0,&quot;top&quot;:181.44,&quot;width&quot;:911.5199999999999}"/>
</p:tagLst>
</file>

<file path=ppt/tags/tag96.xml><?xml version="1.0" encoding="utf-8"?>
<p:tagLst xmlns:p="http://schemas.openxmlformats.org/presentationml/2006/main">
  <p:tag name="KSO_WM_DIAGRAM_VIRTUALLY_FRAME" val="{&quot;height&quot;:322.56000000000006,&quot;left&quot;:0,&quot;top&quot;:181.44,&quot;width&quot;:911.5199999999999}"/>
</p:tagLst>
</file>

<file path=ppt/tags/tag97.xml><?xml version="1.0" encoding="utf-8"?>
<p:tagLst xmlns:p="http://schemas.openxmlformats.org/presentationml/2006/main">
  <p:tag name="KSO_WM_DIAGRAM_VIRTUALLY_FRAME" val="{&quot;height&quot;:322.56000000000006,&quot;left&quot;:0,&quot;top&quot;:181.44,&quot;width&quot;:911.5199999999999}"/>
</p:tagLst>
</file>

<file path=ppt/tags/tag98.xml><?xml version="1.0" encoding="utf-8"?>
<p:tagLst xmlns:p="http://schemas.openxmlformats.org/presentationml/2006/main">
  <p:tag name="KSO_WM_DIAGRAM_VIRTUALLY_FRAME" val="{&quot;height&quot;:322.56000000000006,&quot;left&quot;:0,&quot;top&quot;:181.44,&quot;width&quot;:911.5199999999999}"/>
</p:tagLst>
</file>

<file path=ppt/tags/tag99.xml><?xml version="1.0" encoding="utf-8"?>
<p:tagLst xmlns:p="http://schemas.openxmlformats.org/presentationml/2006/main">
  <p:tag name="KSO_WM_DIAGRAM_VIRTUALLY_FRAME" val="{&quot;height&quot;:322.56000000000006,&quot;left&quot;:0,&quot;top&quot;:181.44,&quot;width&quot;:911.5199999999999}"/>
</p:tagLst>
</file>

<file path=ppt/tags/tag100.xml><?xml version="1.0" encoding="utf-8"?>
<p:tagLst xmlns:p="http://schemas.openxmlformats.org/presentationml/2006/main">
  <p:tag name="KSO_WM_DIAGRAM_VIRTUALLY_FRAME" val="{&quot;height&quot;:322.56000000000006,&quot;left&quot;:0,&quot;top&quot;:181.44,&quot;width&quot;:911.5199999999999}"/>
</p:tagLst>
</file>

<file path=ppt/tags/tag101.xml><?xml version="1.0" encoding="utf-8"?>
<p:tagLst xmlns:p="http://schemas.openxmlformats.org/presentationml/2006/main">
  <p:tag name="KSO_WM_DIAGRAM_VIRTUALLY_FRAME" val="{&quot;height&quot;:322.56000000000006,&quot;left&quot;:0,&quot;top&quot;:181.44,&quot;width&quot;:911.5199999999999}"/>
</p:tagLst>
</file>

<file path=ppt/tags/tag102.xml><?xml version="1.0" encoding="utf-8"?>
<p:tagLst xmlns:p="http://schemas.openxmlformats.org/presentationml/2006/main">
  <p:tag name="KSO_WM_DIAGRAM_VIRTUALLY_FRAME" val="{&quot;height&quot;:322.56000000000006,&quot;left&quot;:0,&quot;top&quot;:181.44,&quot;width&quot;:911.5199999999999}"/>
</p:tagLst>
</file>

<file path=ppt/tags/tag103.xml><?xml version="1.0" encoding="utf-8"?>
<p:tagLst xmlns:p="http://schemas.openxmlformats.org/presentationml/2006/main">
  <p:tag name="KSO_WM_DIAGRAM_VIRTUALLY_FRAME" val="{&quot;height&quot;:322.56000000000006,&quot;left&quot;:0,&quot;top&quot;:181.44,&quot;width&quot;:911.5199999999999}"/>
</p:tagLst>
</file>

<file path=ppt/tags/tag104.xml><?xml version="1.0" encoding="utf-8"?>
<p:tagLst xmlns:p="http://schemas.openxmlformats.org/presentationml/2006/main">
  <p:tag name="KSO_WM_DIAGRAM_VIRTUALLY_FRAME" val="{&quot;height&quot;:322.56000000000006,&quot;left&quot;:0,&quot;top&quot;:181.44,&quot;width&quot;:911.5199999999999}"/>
</p:tagLst>
</file>

<file path=ppt/tags/tag105.xml><?xml version="1.0" encoding="utf-8"?>
<p:tagLst xmlns:p="http://schemas.openxmlformats.org/presentationml/2006/main">
  <p:tag name="KSO_WM_DIAGRAM_VIRTUALLY_FRAME" val="{&quot;height&quot;:322.56000000000006,&quot;left&quot;:0,&quot;top&quot;:181.44,&quot;width&quot;:911.5199999999999}"/>
</p:tagLst>
</file>

<file path=ppt/tags/tag106.xml><?xml version="1.0" encoding="utf-8"?>
<p:tagLst xmlns:p="http://schemas.openxmlformats.org/presentationml/2006/main">
  <p:tag name="KSO_WM_DIAGRAM_VIRTUALLY_FRAME" val="{&quot;height&quot;:322.56000000000006,&quot;left&quot;:0,&quot;top&quot;:181.44,&quot;width&quot;:911.5199999999999}"/>
</p:tagLst>
</file>

<file path=ppt/tags/tag107.xml><?xml version="1.0" encoding="utf-8"?>
<p:tagLst xmlns:p="http://schemas.openxmlformats.org/presentationml/2006/main">
  <p:tag name="KSO_WM_DIAGRAM_VIRTUALLY_FRAME" val="{&quot;height&quot;:322.56000000000006,&quot;left&quot;:0,&quot;top&quot;:181.44,&quot;width&quot;:911.5199999999999}"/>
</p:tagLst>
</file>

<file path=ppt/tags/tag108.xml><?xml version="1.0" encoding="utf-8"?>
<p:tagLst xmlns:p="http://schemas.openxmlformats.org/presentationml/2006/main">
  <p:tag name="KSO_WM_DIAGRAM_VIRTUALLY_FRAME" val="{&quot;height&quot;:322.56000000000006,&quot;left&quot;:0,&quot;top&quot;:181.44,&quot;width&quot;:911.5199999999999}"/>
</p:tagLst>
</file>

<file path=ppt/tags/tag109.xml><?xml version="1.0" encoding="utf-8"?>
<p:tagLst xmlns:p="http://schemas.openxmlformats.org/presentationml/2006/main">
  <p:tag name="KSO_WM_DIAGRAM_VIRTUALLY_FRAME" val="{&quot;height&quot;:322.56000000000006,&quot;left&quot;:0,&quot;top&quot;:181.44,&quot;width&quot;:911.5199999999999}"/>
</p:tagLst>
</file>

<file path=ppt/tags/tag110.xml><?xml version="1.0" encoding="utf-8"?>
<p:tagLst xmlns:p="http://schemas.openxmlformats.org/presentationml/2006/main">
  <p:tag name="KSO_WM_DIAGRAM_VIRTUALLY_FRAME" val="{&quot;height&quot;:322.56000000000006,&quot;left&quot;:0,&quot;top&quot;:181.44,&quot;width&quot;:911.5199999999999}"/>
</p:tagLst>
</file>

<file path=ppt/tags/tag111.xml><?xml version="1.0" encoding="utf-8"?>
<p:tagLst xmlns:p="http://schemas.openxmlformats.org/presentationml/2006/main">
  <p:tag name="KSO_WM_DIAGRAM_VIRTUALLY_FRAME" val="{&quot;height&quot;:322.56000000000006,&quot;left&quot;:0,&quot;top&quot;:181.44,&quot;width&quot;:911.5199999999999}"/>
</p:tagLst>
</file>

<file path=ppt/tags/tag112.xml><?xml version="1.0" encoding="utf-8"?>
<p:tagLst xmlns:p="http://schemas.openxmlformats.org/presentationml/2006/main">
  <p:tag name="KSO_WM_DIAGRAM_VIRTUALLY_FRAME" val="{&quot;height&quot;:322.56000000000006,&quot;left&quot;:0,&quot;top&quot;:181.44,&quot;width&quot;:911.5199999999999}"/>
</p:tagLst>
</file>

<file path=ppt/tags/tag113.xml><?xml version="1.0" encoding="utf-8"?>
<p:tagLst xmlns:p="http://schemas.openxmlformats.org/presentationml/2006/main">
  <p:tag name="KSO_WM_DIAGRAM_VIRTUALLY_FRAME" val="{&quot;height&quot;:322.56000000000006,&quot;left&quot;:0,&quot;top&quot;:181.44,&quot;width&quot;:911.5199999999999}"/>
</p:tagLst>
</file>

<file path=ppt/tags/tag114.xml><?xml version="1.0" encoding="utf-8"?>
<p:tagLst xmlns:p="http://schemas.openxmlformats.org/presentationml/2006/main">
  <p:tag name="KSO_WM_DIAGRAM_VIRTUALLY_FRAME" val="{&quot;height&quot;:322.56000000000006,&quot;left&quot;:0,&quot;top&quot;:181.44,&quot;width&quot;:911.5199999999999}"/>
</p:tagLst>
</file>

<file path=ppt/tags/tag115.xml><?xml version="1.0" encoding="utf-8"?>
<p:tagLst xmlns:p="http://schemas.openxmlformats.org/presentationml/2006/main">
  <p:tag name="KSO_WM_DIAGRAM_VIRTUALLY_FRAME" val="{&quot;height&quot;:322.56000000000006,&quot;left&quot;:0,&quot;top&quot;:181.44,&quot;width&quot;:911.5199999999999}"/>
</p:tagLst>
</file>

<file path=ppt/tags/tag116.xml><?xml version="1.0" encoding="utf-8"?>
<p:tagLst xmlns:p="http://schemas.openxmlformats.org/presentationml/2006/main">
  <p:tag name="resource_record_key" val="{&quot;70&quot;:[3321416,3327967,3327930]}"/>
</p:tagLst>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4922</Words>
  <Application>WPS 演示</Application>
  <PresentationFormat>Converted Presentation</PresentationFormat>
  <Paragraphs>956</Paragraphs>
  <Slides>32</Slides>
  <Notes>0</Notes>
  <HiddenSlides>0</HiddenSlides>
  <MMClips>0</MMClips>
  <ScaleCrop>false</ScaleCrop>
  <HeadingPairs>
    <vt:vector size="6" baseType="variant">
      <vt:variant>
        <vt:lpstr>已用的字体</vt:lpstr>
      </vt:variant>
      <vt:variant>
        <vt:i4>17</vt:i4>
      </vt:variant>
      <vt:variant>
        <vt:lpstr>主题</vt:lpstr>
      </vt:variant>
      <vt:variant>
        <vt:i4>1</vt:i4>
      </vt:variant>
      <vt:variant>
        <vt:lpstr>幻灯片标题</vt:lpstr>
      </vt:variant>
      <vt:variant>
        <vt:i4>32</vt:i4>
      </vt:variant>
    </vt:vector>
  </HeadingPairs>
  <TitlesOfParts>
    <vt:vector size="50" baseType="lpstr">
      <vt:lpstr>Arial</vt:lpstr>
      <vt:lpstr>宋体</vt:lpstr>
      <vt:lpstr>Wingdings</vt:lpstr>
      <vt:lpstr>Noto Serif CJK SC</vt:lpstr>
      <vt:lpstr>AMGDT</vt:lpstr>
      <vt:lpstr>Noto Sans CJK SC</vt:lpstr>
      <vt:lpstr>Aptos</vt:lpstr>
      <vt:lpstr>Segoe UI</vt:lpstr>
      <vt:lpstr>微软雅黑</vt:lpstr>
      <vt:lpstr>Arial Unicode MS</vt:lpstr>
      <vt:lpstr>Calibri</vt:lpstr>
      <vt:lpstr>Noto Sans CJK SC</vt:lpstr>
      <vt:lpstr>Noto Serif CJK SC</vt:lpstr>
      <vt:lpstr>华文中宋</vt:lpstr>
      <vt:lpstr>黑体</vt:lpstr>
      <vt:lpstr>Wingdings</vt:lpstr>
      <vt:lpstr>Times New Roman</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lian lingyu</cp:lastModifiedBy>
  <cp:revision>1</cp:revision>
  <dcterms:created xsi:type="dcterms:W3CDTF">2026-10-18T02:36:43Z</dcterms:created>
  <dcterms:modified xsi:type="dcterms:W3CDTF">2026-10-18T02:36:43Z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2052-12.1.0.29161</vt:lpwstr>
  </property>
  <property fmtid="{D5CDD505-2E9C-101B-9397-08002B2CF9AE}" pid="3" name="ICV">
    <vt:lpwstr>7051E00D633449508E2D3467C667461C_12</vt:lpwstr>
  </property>
</Properties>
</file>